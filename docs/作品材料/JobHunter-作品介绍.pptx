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media1.mp3" ContentType="audio/mp3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8" r:id="rId3"/>
    <p:sldId id="298" r:id="rId4"/>
    <p:sldId id="299" r:id="rId5"/>
    <p:sldId id="289" r:id="rId7"/>
    <p:sldId id="301" r:id="rId8"/>
    <p:sldId id="274" r:id="rId9"/>
    <p:sldId id="307" r:id="rId10"/>
    <p:sldId id="304" r:id="rId11"/>
    <p:sldId id="309" r:id="rId12"/>
    <p:sldId id="311" r:id="rId13"/>
    <p:sldId id="342" r:id="rId14"/>
    <p:sldId id="313" r:id="rId15"/>
    <p:sldId id="322" r:id="rId16"/>
    <p:sldId id="325" r:id="rId17"/>
    <p:sldId id="314" r:id="rId18"/>
    <p:sldId id="329" r:id="rId19"/>
    <p:sldId id="330" r:id="rId20"/>
    <p:sldId id="343" r:id="rId21"/>
    <p:sldId id="338" r:id="rId22"/>
    <p:sldId id="337" r:id="rId23"/>
    <p:sldId id="279" r:id="rId24"/>
    <p:sldId id="341" r:id="rId25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0" userDrawn="1">
          <p15:clr>
            <a:srgbClr val="A4A3A4"/>
          </p15:clr>
        </p15:guide>
        <p15:guide id="2" pos="6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uSina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095"/>
    <a:srgbClr val="2563EB"/>
    <a:srgbClr val="7C3AED"/>
    <a:srgbClr val="D97706"/>
    <a:srgbClr val="059669"/>
    <a:srgbClr val="E4577D"/>
    <a:srgbClr val="0059F5"/>
    <a:srgbClr val="15FFFF"/>
    <a:srgbClr val="E45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35" autoAdjust="0"/>
    <p:restoredTop sz="94660"/>
  </p:normalViewPr>
  <p:slideViewPr>
    <p:cSldViewPr snapToGrid="0" showGuides="1">
      <p:cViewPr>
        <p:scale>
          <a:sx n="57" d="100"/>
          <a:sy n="57" d="100"/>
        </p:scale>
        <p:origin x="1692" y="1284"/>
      </p:cViewPr>
      <p:guideLst>
        <p:guide orient="horz" pos="1660"/>
        <p:guide pos="6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Relationship Id="rId30" Type="http://schemas.openxmlformats.org/officeDocument/2006/relationships/tags" Target="tags/tag2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0372A191-8B20-465B-BDE0-A4C8F3E90A59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8138E1ED-A953-41F6-AF82-B5322C9BE0B7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" panose="020B0500000000000000" pitchFamily="34" charset="-122"/>
        <a:ea typeface="思源黑体" panose="020B05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" panose="020B0500000000000000" pitchFamily="34" charset="-122"/>
        <a:ea typeface="思源黑体" panose="020B05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" panose="020B0500000000000000" pitchFamily="34" charset="-122"/>
        <a:ea typeface="思源黑体" panose="020B05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" panose="020B0500000000000000" pitchFamily="34" charset="-122"/>
        <a:ea typeface="思源黑体" panose="020B05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" panose="020B0500000000000000" pitchFamily="34" charset="-122"/>
        <a:ea typeface="思源黑体" panose="020B05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57200" dist="2413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3221101" y="450000"/>
            <a:ext cx="64800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10088828" y="265334"/>
            <a:ext cx="189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en-US" altLang="zh-CN" sz="1800" dirty="0">
                <a:solidFill>
                  <a:schemeClr val="bg1">
                    <a:alpha val="80000"/>
                  </a:schemeClr>
                </a:solidFill>
                <a:sym typeface="思源黑体 CN Medium" panose="020B0600000000000000" pitchFamily="34" charset="-122"/>
              </a:rPr>
              <a:t>TECHNOLOGY</a:t>
            </a:r>
            <a:endParaRPr lang="en-US" altLang="zh-CN" sz="1800" dirty="0">
              <a:solidFill>
                <a:schemeClr val="bg1">
                  <a:alpha val="80000"/>
                </a:schemeClr>
              </a:solidFill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5184E0B-D574-4F15-876E-6AFBFDCF79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FBFFE6-EE05-47EC-9F07-3BB21CDB7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67"/>
          <a:stretch>
            <a:fillRect/>
          </a:stretch>
        </p:blipFill>
        <p:spPr>
          <a:xfrm>
            <a:off x="6256013" y="4164693"/>
            <a:ext cx="5935987" cy="2706007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 flipH="1">
            <a:off x="0" y="0"/>
            <a:ext cx="12192000" cy="596900"/>
          </a:xfrm>
          <a:prstGeom prst="rect">
            <a:avLst/>
          </a:prstGeom>
          <a:gradFill>
            <a:gsLst>
              <a:gs pos="0">
                <a:srgbClr val="0B0A4E"/>
              </a:gs>
              <a:gs pos="67000">
                <a:srgbClr val="15A5FE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audio" Target="../media/media1.mp3"/><Relationship Id="rId3" Type="http://schemas.microsoft.com/office/2007/relationships/media" Target="../media/media1.mp3"/><Relationship Id="rId4" Type="http://schemas.openxmlformats.org/officeDocument/2006/relationships/image" Target="../media/image3.png"/><Relationship Id="rId5" Type="http://schemas.openxmlformats.org/officeDocument/2006/relationships/tags" Target="../tags/tag1.xml"/><Relationship Id="rId6" Type="http://schemas.openxmlformats.org/officeDocument/2006/relationships/tags" Target="../tags/tag2.xml"/><Relationship Id="rId7" Type="http://schemas.openxmlformats.org/officeDocument/2006/relationships/tags" Target="../tags/tag3.xml"/><Relationship Id="rId8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tags" Target="../tags/tag13.xml"/><Relationship Id="rId11" Type="http://schemas.openxmlformats.org/officeDocument/2006/relationships/tags" Target="../tags/tag14.xml"/><Relationship Id="rId12" Type="http://schemas.openxmlformats.org/officeDocument/2006/relationships/tags" Target="../tags/tag15.xml"/><Relationship Id="rId13" Type="http://schemas.openxmlformats.org/officeDocument/2006/relationships/tags" Target="../tags/tag16.xml"/><Relationship Id="rId14" Type="http://schemas.openxmlformats.org/officeDocument/2006/relationships/tags" Target="../tags/tag17.xml"/><Relationship Id="rId15" Type="http://schemas.openxmlformats.org/officeDocument/2006/relationships/tags" Target="../tags/tag18.xml"/><Relationship Id="rId16" Type="http://schemas.openxmlformats.org/officeDocument/2006/relationships/tags" Target="../tags/tag19.xml"/><Relationship Id="rId17" Type="http://schemas.openxmlformats.org/officeDocument/2006/relationships/tags" Target="../tags/tag20.xml"/><Relationship Id="rId18" Type="http://schemas.openxmlformats.org/officeDocument/2006/relationships/tags" Target="../tags/tag21.xml"/><Relationship Id="rId1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tags" Target="../tags/tag31.xml"/><Relationship Id="rId11" Type="http://schemas.openxmlformats.org/officeDocument/2006/relationships/tags" Target="../tags/tag32.xml"/><Relationship Id="rId12" Type="http://schemas.openxmlformats.org/officeDocument/2006/relationships/tags" Target="../tags/tag33.xml"/><Relationship Id="rId13" Type="http://schemas.openxmlformats.org/officeDocument/2006/relationships/tags" Target="../tags/tag34.xml"/><Relationship Id="rId14" Type="http://schemas.openxmlformats.org/officeDocument/2006/relationships/tags" Target="../tags/tag35.xml"/><Relationship Id="rId15" Type="http://schemas.openxmlformats.org/officeDocument/2006/relationships/tags" Target="../tags/tag36.xml"/><Relationship Id="rId16" Type="http://schemas.openxmlformats.org/officeDocument/2006/relationships/tags" Target="../tags/tag37.xml"/><Relationship Id="rId17" Type="http://schemas.openxmlformats.org/officeDocument/2006/relationships/tags" Target="../tags/tag38.xml"/><Relationship Id="rId18" Type="http://schemas.openxmlformats.org/officeDocument/2006/relationships/tags" Target="../tags/tag39.xml"/><Relationship Id="rId19" Type="http://schemas.openxmlformats.org/officeDocument/2006/relationships/tags" Target="../tags/tag40.xml"/><Relationship Id="rId20" Type="http://schemas.openxmlformats.org/officeDocument/2006/relationships/tags" Target="../tags/tag41.xml"/><Relationship Id="rId21" Type="http://schemas.openxmlformats.org/officeDocument/2006/relationships/tags" Target="../tags/tag42.xml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image" Target="../media/image5.jpeg"/><Relationship Id="rId6" Type="http://schemas.openxmlformats.org/officeDocument/2006/relationships/tags" Target="../tags/tag47.xml"/><Relationship Id="rId7" Type="http://schemas.openxmlformats.org/officeDocument/2006/relationships/tags" Target="../tags/tag48.xml"/><Relationship Id="rId8" Type="http://schemas.openxmlformats.org/officeDocument/2006/relationships/tags" Target="../tags/tag49.xml"/><Relationship Id="rId9" Type="http://schemas.openxmlformats.org/officeDocument/2006/relationships/tags" Target="../tags/tag50.xml"/><Relationship Id="rId10" Type="http://schemas.openxmlformats.org/officeDocument/2006/relationships/tags" Target="../tags/tag51.xml"/><Relationship Id="rId11" Type="http://schemas.openxmlformats.org/officeDocument/2006/relationships/tags" Target="../tags/tag52.xml"/><Relationship Id="rId12" Type="http://schemas.openxmlformats.org/officeDocument/2006/relationships/tags" Target="../tags/tag53.xml"/><Relationship Id="rId13" Type="http://schemas.openxmlformats.org/officeDocument/2006/relationships/tags" Target="../tags/tag54.xml"/><Relationship Id="rId14" Type="http://schemas.openxmlformats.org/officeDocument/2006/relationships/tags" Target="../tags/tag55.xml"/><Relationship Id="rId15" Type="http://schemas.openxmlformats.org/officeDocument/2006/relationships/image" Target="../media/image6.jpeg"/><Relationship Id="rId16" Type="http://schemas.openxmlformats.org/officeDocument/2006/relationships/tags" Target="../tags/tag56.xml"/><Relationship Id="rId17" Type="http://schemas.openxmlformats.org/officeDocument/2006/relationships/tags" Target="../tags/tag57.xml"/><Relationship Id="rId18" Type="http://schemas.openxmlformats.org/officeDocument/2006/relationships/tags" Target="../tags/tag58.xml"/><Relationship Id="rId19" Type="http://schemas.openxmlformats.org/officeDocument/2006/relationships/tags" Target="../tags/tag59.xml"/><Relationship Id="rId20" Type="http://schemas.openxmlformats.org/officeDocument/2006/relationships/tags" Target="../tags/tag60.xml"/><Relationship Id="rId21" Type="http://schemas.openxmlformats.org/officeDocument/2006/relationships/tags" Target="../tags/tag61.xml"/><Relationship Id="rId22" Type="http://schemas.openxmlformats.org/officeDocument/2006/relationships/tags" Target="../tags/tag62.xml"/><Relationship Id="rId23" Type="http://schemas.openxmlformats.org/officeDocument/2006/relationships/image" Target="../media/image7.jpeg"/><Relationship Id="rId24" Type="http://schemas.openxmlformats.org/officeDocument/2006/relationships/tags" Target="../tags/tag63.xml"/><Relationship Id="rId25" Type="http://schemas.openxmlformats.org/officeDocument/2006/relationships/tags" Target="../tags/tag64.xml"/><Relationship Id="rId26" Type="http://schemas.openxmlformats.org/officeDocument/2006/relationships/tags" Target="../tags/tag65.xml"/><Relationship Id="rId27" Type="http://schemas.openxmlformats.org/officeDocument/2006/relationships/tags" Target="../tags/tag66.xml"/><Relationship Id="rId28" Type="http://schemas.openxmlformats.org/officeDocument/2006/relationships/tags" Target="../tags/tag67.xml"/><Relationship Id="rId29" Type="http://schemas.openxmlformats.org/officeDocument/2006/relationships/tags" Target="../tags/tag68.xml"/><Relationship Id="rId30" Type="http://schemas.openxmlformats.org/officeDocument/2006/relationships/tags" Target="../tags/tag69.xml"/><Relationship Id="rId31" Type="http://schemas.openxmlformats.org/officeDocument/2006/relationships/tags" Target="../tags/tag70.xml"/><Relationship Id="rId32" Type="http://schemas.openxmlformats.org/officeDocument/2006/relationships/tags" Target="../tags/tag71.xml"/><Relationship Id="rId33" Type="http://schemas.openxmlformats.org/officeDocument/2006/relationships/tags" Target="../tags/tag72.xml"/><Relationship Id="rId34" Type="http://schemas.openxmlformats.org/officeDocument/2006/relationships/tags" Target="../tags/tag73.xml"/><Relationship Id="rId35" Type="http://schemas.openxmlformats.org/officeDocument/2006/relationships/tags" Target="../tags/tag7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tags" Target="../tags/tag96.xml"/><Relationship Id="rId11" Type="http://schemas.openxmlformats.org/officeDocument/2006/relationships/tags" Target="../tags/tag97.xml"/><Relationship Id="rId12" Type="http://schemas.openxmlformats.org/officeDocument/2006/relationships/tags" Target="../tags/tag98.xml"/><Relationship Id="rId13" Type="http://schemas.openxmlformats.org/officeDocument/2006/relationships/tags" Target="../tags/tag99.xml"/><Relationship Id="rId14" Type="http://schemas.openxmlformats.org/officeDocument/2006/relationships/tags" Target="../tags/tag100.xml"/><Relationship Id="rId15" Type="http://schemas.openxmlformats.org/officeDocument/2006/relationships/tags" Target="../tags/tag101.xml"/><Relationship Id="rId16" Type="http://schemas.openxmlformats.org/officeDocument/2006/relationships/tags" Target="../tags/tag102.xml"/><Relationship Id="rId17" Type="http://schemas.openxmlformats.org/officeDocument/2006/relationships/tags" Target="../tags/tag103.xml"/><Relationship Id="rId18" Type="http://schemas.openxmlformats.org/officeDocument/2006/relationships/tags" Target="../tags/tag104.xml"/><Relationship Id="rId19" Type="http://schemas.openxmlformats.org/officeDocument/2006/relationships/tags" Target="../tags/tag105.xml"/><Relationship Id="rId20" Type="http://schemas.openxmlformats.org/officeDocument/2006/relationships/tags" Target="../tags/tag106.xml"/><Relationship Id="rId21" Type="http://schemas.openxmlformats.org/officeDocument/2006/relationships/tags" Target="../tags/tag107.xml"/><Relationship Id="rId22" Type="http://schemas.openxmlformats.org/officeDocument/2006/relationships/tags" Target="../tags/tag108.xml"/><Relationship Id="rId23" Type="http://schemas.openxmlformats.org/officeDocument/2006/relationships/tags" Target="../tags/tag109.xml"/><Relationship Id="rId24" Type="http://schemas.openxmlformats.org/officeDocument/2006/relationships/tags" Target="../tags/tag110.xml"/><Relationship Id="rId25" Type="http://schemas.openxmlformats.org/officeDocument/2006/relationships/tags" Target="../tags/tag111.xml"/><Relationship Id="rId26" Type="http://schemas.openxmlformats.org/officeDocument/2006/relationships/tags" Target="../tags/tag112.xml"/><Relationship Id="rId27" Type="http://schemas.openxmlformats.org/officeDocument/2006/relationships/tags" Target="../tags/tag113.xml"/><Relationship Id="rId28" Type="http://schemas.openxmlformats.org/officeDocument/2006/relationships/tags" Target="../tags/tag114.xml"/><Relationship Id="rId29" Type="http://schemas.openxmlformats.org/officeDocument/2006/relationships/tags" Target="../tags/tag115.xml"/><Relationship Id="rId30" Type="http://schemas.openxmlformats.org/officeDocument/2006/relationships/tags" Target="../tags/tag116.xml"/><Relationship Id="rId31" Type="http://schemas.openxmlformats.org/officeDocument/2006/relationships/tags" Target="../tags/tag117.xml"/><Relationship Id="rId32" Type="http://schemas.openxmlformats.org/officeDocument/2006/relationships/image" Target="../media/image8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tags" Target="../tags/tag119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tags" Target="../tags/tag122.xml"/><Relationship Id="rId6" Type="http://schemas.openxmlformats.org/officeDocument/2006/relationships/tags" Target="../tags/tag123.xml"/><Relationship Id="rId7" Type="http://schemas.openxmlformats.org/officeDocument/2006/relationships/tags" Target="../tags/tag124.xml"/><Relationship Id="rId8" Type="http://schemas.openxmlformats.org/officeDocument/2006/relationships/tags" Target="../tags/tag125.xml"/><Relationship Id="rId9" Type="http://schemas.openxmlformats.org/officeDocument/2006/relationships/tags" Target="../tags/tag126.xml"/><Relationship Id="rId10" Type="http://schemas.openxmlformats.org/officeDocument/2006/relationships/tags" Target="../tags/tag127.xml"/><Relationship Id="rId11" Type="http://schemas.openxmlformats.org/officeDocument/2006/relationships/tags" Target="../tags/tag128.xml"/><Relationship Id="rId12" Type="http://schemas.openxmlformats.org/officeDocument/2006/relationships/image" Target="../media/image9.png"/><Relationship Id="rId13" Type="http://schemas.openxmlformats.org/officeDocument/2006/relationships/image" Target="../media/image10.svg"/><Relationship Id="rId14" Type="http://schemas.openxmlformats.org/officeDocument/2006/relationships/tags" Target="../tags/tag129.xml"/><Relationship Id="rId15" Type="http://schemas.openxmlformats.org/officeDocument/2006/relationships/image" Target="../media/image11.png"/><Relationship Id="rId16" Type="http://schemas.openxmlformats.org/officeDocument/2006/relationships/image" Target="../media/image12.svg"/><Relationship Id="rId17" Type="http://schemas.openxmlformats.org/officeDocument/2006/relationships/tags" Target="../tags/tag130.xml"/><Relationship Id="rId18" Type="http://schemas.openxmlformats.org/officeDocument/2006/relationships/image" Target="../media/image13.png"/><Relationship Id="rId19" Type="http://schemas.openxmlformats.org/officeDocument/2006/relationships/image" Target="../media/image14.svg"/><Relationship Id="rId20" Type="http://schemas.openxmlformats.org/officeDocument/2006/relationships/tags" Target="../tags/tag131.xml"/><Relationship Id="rId21" Type="http://schemas.openxmlformats.org/officeDocument/2006/relationships/tags" Target="../tags/tag132.xml"/><Relationship Id="rId22" Type="http://schemas.openxmlformats.org/officeDocument/2006/relationships/image" Target="../media/image15.pn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33.xml"/><Relationship Id="rId2" Type="http://schemas.openxmlformats.org/officeDocument/2006/relationships/tags" Target="../tags/tag134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tags" Target="../tags/tag135.xml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tags" Target="../tags/tag138.xml"/><Relationship Id="rId11" Type="http://schemas.openxmlformats.org/officeDocument/2006/relationships/tags" Target="../tags/tag139.xml"/><Relationship Id="rId12" Type="http://schemas.openxmlformats.org/officeDocument/2006/relationships/tags" Target="../tags/tag140.xml"/><Relationship Id="rId13" Type="http://schemas.openxmlformats.org/officeDocument/2006/relationships/image" Target="../media/image21.png"/><Relationship Id="rId14" Type="http://schemas.openxmlformats.org/officeDocument/2006/relationships/image" Target="../media/image22.svg"/><Relationship Id="rId15" Type="http://schemas.openxmlformats.org/officeDocument/2006/relationships/tags" Target="../tags/tag141.xml"/><Relationship Id="rId16" Type="http://schemas.openxmlformats.org/officeDocument/2006/relationships/tags" Target="../tags/tag142.xml"/><Relationship Id="rId17" Type="http://schemas.openxmlformats.org/officeDocument/2006/relationships/tags" Target="../tags/tag143.xml"/><Relationship Id="rId18" Type="http://schemas.openxmlformats.org/officeDocument/2006/relationships/image" Target="../media/image23.png"/><Relationship Id="rId19" Type="http://schemas.openxmlformats.org/officeDocument/2006/relationships/image" Target="../media/image24.svg"/><Relationship Id="rId20" Type="http://schemas.openxmlformats.org/officeDocument/2006/relationships/tags" Target="../tags/tag144.xml"/><Relationship Id="rId21" Type="http://schemas.openxmlformats.org/officeDocument/2006/relationships/tags" Target="../tags/tag145.xml"/><Relationship Id="rId22" Type="http://schemas.openxmlformats.org/officeDocument/2006/relationships/tags" Target="../tags/tag146.xml"/><Relationship Id="rId23" Type="http://schemas.openxmlformats.org/officeDocument/2006/relationships/image" Target="../media/image25.png"/><Relationship Id="rId24" Type="http://schemas.openxmlformats.org/officeDocument/2006/relationships/image" Target="../media/image26.svg"/><Relationship Id="rId25" Type="http://schemas.openxmlformats.org/officeDocument/2006/relationships/tags" Target="../tags/tag147.xml"/><Relationship Id="rId26" Type="http://schemas.openxmlformats.org/officeDocument/2006/relationships/tags" Target="../tags/tag148.xml"/><Relationship Id="rId27" Type="http://schemas.openxmlformats.org/officeDocument/2006/relationships/tags" Target="../tags/tag149.xml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tags" Target="../tags/tag150.xml"/><Relationship Id="rId31" Type="http://schemas.openxmlformats.org/officeDocument/2006/relationships/image" Target="../media/image29.png"/><Relationship Id="rId32" Type="http://schemas.openxmlformats.org/officeDocument/2006/relationships/image" Target="../media/image30.svg"/><Relationship Id="rId33" Type="http://schemas.openxmlformats.org/officeDocument/2006/relationships/image" Target="../media/image31.png"/><Relationship Id="rId34" Type="http://schemas.openxmlformats.org/officeDocument/2006/relationships/image" Target="../media/image32.svg"/><Relationship Id="rId35" Type="http://schemas.openxmlformats.org/officeDocument/2006/relationships/image" Target="../media/image33.png"/><Relationship Id="rId36" Type="http://schemas.openxmlformats.org/officeDocument/2006/relationships/image" Target="../media/image34.svg"/><Relationship Id="rId37" Type="http://schemas.openxmlformats.org/officeDocument/2006/relationships/image" Target="../media/image35.png"/><Relationship Id="rId38" Type="http://schemas.openxmlformats.org/officeDocument/2006/relationships/slideLayout" Target="../slideLayouts/slideLayout2.xml"/><Relationship Id="rId39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51.xml"/><Relationship Id="rId2" Type="http://schemas.openxmlformats.org/officeDocument/2006/relationships/tags" Target="../tags/tag152.xml"/><Relationship Id="rId3" Type="http://schemas.openxmlformats.org/officeDocument/2006/relationships/tags" Target="../tags/tag153.xml"/><Relationship Id="rId4" Type="http://schemas.openxmlformats.org/officeDocument/2006/relationships/tags" Target="../tags/tag154.xml"/><Relationship Id="rId5" Type="http://schemas.openxmlformats.org/officeDocument/2006/relationships/tags" Target="../tags/tag155.xml"/><Relationship Id="rId6" Type="http://schemas.openxmlformats.org/officeDocument/2006/relationships/tags" Target="../tags/tag156.xml"/><Relationship Id="rId7" Type="http://schemas.openxmlformats.org/officeDocument/2006/relationships/tags" Target="../tags/tag157.xml"/><Relationship Id="rId8" Type="http://schemas.openxmlformats.org/officeDocument/2006/relationships/tags" Target="../tags/tag158.xml"/><Relationship Id="rId9" Type="http://schemas.openxmlformats.org/officeDocument/2006/relationships/tags" Target="../tags/tag159.xml"/><Relationship Id="rId10" Type="http://schemas.openxmlformats.org/officeDocument/2006/relationships/tags" Target="../tags/tag160.xml"/><Relationship Id="rId11" Type="http://schemas.openxmlformats.org/officeDocument/2006/relationships/tags" Target="../tags/tag161.xml"/><Relationship Id="rId12" Type="http://schemas.openxmlformats.org/officeDocument/2006/relationships/image" Target="../media/image36.jpe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tags" Target="../tags/tag163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tags" Target="../tags/tag164.xml"/><Relationship Id="rId6" Type="http://schemas.openxmlformats.org/officeDocument/2006/relationships/tags" Target="../tags/tag165.xml"/><Relationship Id="rId7" Type="http://schemas.openxmlformats.org/officeDocument/2006/relationships/tags" Target="../tags/tag166.xml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image" Target="../media/image21.png"/><Relationship Id="rId14" Type="http://schemas.openxmlformats.org/officeDocument/2006/relationships/image" Target="../media/image22.svg"/><Relationship Id="rId15" Type="http://schemas.openxmlformats.org/officeDocument/2006/relationships/tags" Target="../tags/tag170.xml"/><Relationship Id="rId16" Type="http://schemas.openxmlformats.org/officeDocument/2006/relationships/tags" Target="../tags/tag171.xml"/><Relationship Id="rId17" Type="http://schemas.openxmlformats.org/officeDocument/2006/relationships/tags" Target="../tags/tag172.xml"/><Relationship Id="rId18" Type="http://schemas.openxmlformats.org/officeDocument/2006/relationships/image" Target="../media/image23.png"/><Relationship Id="rId19" Type="http://schemas.openxmlformats.org/officeDocument/2006/relationships/image" Target="../media/image24.svg"/><Relationship Id="rId20" Type="http://schemas.openxmlformats.org/officeDocument/2006/relationships/tags" Target="../tags/tag173.xml"/><Relationship Id="rId21" Type="http://schemas.openxmlformats.org/officeDocument/2006/relationships/tags" Target="../tags/tag174.xml"/><Relationship Id="rId22" Type="http://schemas.openxmlformats.org/officeDocument/2006/relationships/tags" Target="../tags/tag175.xml"/><Relationship Id="rId23" Type="http://schemas.openxmlformats.org/officeDocument/2006/relationships/image" Target="../media/image25.png"/><Relationship Id="rId24" Type="http://schemas.openxmlformats.org/officeDocument/2006/relationships/image" Target="../media/image26.svg"/><Relationship Id="rId25" Type="http://schemas.openxmlformats.org/officeDocument/2006/relationships/tags" Target="../tags/tag176.xml"/><Relationship Id="rId26" Type="http://schemas.openxmlformats.org/officeDocument/2006/relationships/tags" Target="../tags/tag177.xml"/><Relationship Id="rId27" Type="http://schemas.openxmlformats.org/officeDocument/2006/relationships/tags" Target="../tags/tag178.xml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tags" Target="../tags/tag179.xml"/><Relationship Id="rId31" Type="http://schemas.openxmlformats.org/officeDocument/2006/relationships/image" Target="../media/image39.png"/><Relationship Id="rId32" Type="http://schemas.openxmlformats.org/officeDocument/2006/relationships/image" Target="../media/image30.svg"/><Relationship Id="rId33" Type="http://schemas.openxmlformats.org/officeDocument/2006/relationships/image" Target="../media/image40.png"/><Relationship Id="rId34" Type="http://schemas.openxmlformats.org/officeDocument/2006/relationships/image" Target="../media/image32.svg"/><Relationship Id="rId35" Type="http://schemas.openxmlformats.org/officeDocument/2006/relationships/image" Target="../media/image41.png"/><Relationship Id="rId36" Type="http://schemas.openxmlformats.org/officeDocument/2006/relationships/image" Target="../media/image34.svg"/><Relationship Id="rId37" Type="http://schemas.openxmlformats.org/officeDocument/2006/relationships/slideLayout" Target="../slideLayouts/slideLayout2.xml"/><Relationship Id="rId38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0.xml"/><Relationship Id="rId2" Type="http://schemas.openxmlformats.org/officeDocument/2006/relationships/tags" Target="../tags/tag181.xml"/><Relationship Id="rId3" Type="http://schemas.openxmlformats.org/officeDocument/2006/relationships/tags" Target="../tags/tag182.xml"/><Relationship Id="rId4" Type="http://schemas.openxmlformats.org/officeDocument/2006/relationships/image" Target="../media/image42.png"/><Relationship Id="rId5" Type="http://schemas.openxmlformats.org/officeDocument/2006/relationships/image" Target="../media/image43.svg"/><Relationship Id="rId6" Type="http://schemas.openxmlformats.org/officeDocument/2006/relationships/tags" Target="../tags/tag183.xml"/><Relationship Id="rId7" Type="http://schemas.openxmlformats.org/officeDocument/2006/relationships/tags" Target="../tags/tag184.xml"/><Relationship Id="rId8" Type="http://schemas.openxmlformats.org/officeDocument/2006/relationships/tags" Target="../tags/tag185.xml"/><Relationship Id="rId9" Type="http://schemas.openxmlformats.org/officeDocument/2006/relationships/tags" Target="../tags/tag186.xml"/><Relationship Id="rId10" Type="http://schemas.openxmlformats.org/officeDocument/2006/relationships/tags" Target="../tags/tag187.xml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tags" Target="../tags/tag188.xml"/><Relationship Id="rId14" Type="http://schemas.openxmlformats.org/officeDocument/2006/relationships/tags" Target="../tags/tag189.xml"/><Relationship Id="rId15" Type="http://schemas.openxmlformats.org/officeDocument/2006/relationships/tags" Target="../tags/tag190.xml"/><Relationship Id="rId16" Type="http://schemas.openxmlformats.org/officeDocument/2006/relationships/tags" Target="../tags/tag191.xml"/><Relationship Id="rId17" Type="http://schemas.openxmlformats.org/officeDocument/2006/relationships/tags" Target="../tags/tag192.xml"/><Relationship Id="rId18" Type="http://schemas.openxmlformats.org/officeDocument/2006/relationships/image" Target="../media/image46.png"/><Relationship Id="rId19" Type="http://schemas.openxmlformats.org/officeDocument/2006/relationships/image" Target="../media/image47.svg"/><Relationship Id="rId20" Type="http://schemas.openxmlformats.org/officeDocument/2006/relationships/tags" Target="../tags/tag193.xml"/><Relationship Id="rId21" Type="http://schemas.openxmlformats.org/officeDocument/2006/relationships/tags" Target="../tags/tag194.xml"/><Relationship Id="rId22" Type="http://schemas.openxmlformats.org/officeDocument/2006/relationships/tags" Target="../tags/tag195.xml"/><Relationship Id="rId23" Type="http://schemas.openxmlformats.org/officeDocument/2006/relationships/tags" Target="../tags/tag196.xml"/><Relationship Id="rId24" Type="http://schemas.openxmlformats.org/officeDocument/2006/relationships/tags" Target="../tags/tag197.xml"/><Relationship Id="rId25" Type="http://schemas.openxmlformats.org/officeDocument/2006/relationships/image" Target="../media/image48.png"/><Relationship Id="rId26" Type="http://schemas.openxmlformats.org/officeDocument/2006/relationships/image" Target="../media/image49.svg"/><Relationship Id="rId27" Type="http://schemas.openxmlformats.org/officeDocument/2006/relationships/tags" Target="../tags/tag198.xml"/><Relationship Id="rId28" Type="http://schemas.openxmlformats.org/officeDocument/2006/relationships/tags" Target="../tags/tag199.xml"/><Relationship Id="rId29" Type="http://schemas.openxmlformats.org/officeDocument/2006/relationships/slideLayout" Target="../slideLayouts/slideLayout2.xml"/><Relationship Id="rId30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svg"/><Relationship Id="rId4" Type="http://schemas.openxmlformats.org/officeDocument/2006/relationships/image" Target="../media/image53.png"/><Relationship Id="rId5" Type="http://schemas.openxmlformats.org/officeDocument/2006/relationships/image" Target="../media/image54.svg"/><Relationship Id="rId6" Type="http://schemas.openxmlformats.org/officeDocument/2006/relationships/image" Target="../media/image55.png"/><Relationship Id="rId7" Type="http://schemas.openxmlformats.org/officeDocument/2006/relationships/image" Target="../media/image56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tags" Target="../tags/tag200.xml"/><Relationship Id="rId3" Type="http://schemas.openxmlformats.org/officeDocument/2006/relationships/tags" Target="../tags/tag201.xml"/><Relationship Id="rId4" Type="http://schemas.openxmlformats.org/officeDocument/2006/relationships/tags" Target="../tags/tag202.xml"/><Relationship Id="rId5" Type="http://schemas.openxmlformats.org/officeDocument/2006/relationships/tags" Target="../tags/tag203.xml"/><Relationship Id="rId6" Type="http://schemas.openxmlformats.org/officeDocument/2006/relationships/tags" Target="../tags/tag204.xml"/><Relationship Id="rId7" Type="http://schemas.openxmlformats.org/officeDocument/2006/relationships/tags" Target="../tags/tag205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tags" Target="../tags/tag206.xml"/><Relationship Id="rId3" Type="http://schemas.openxmlformats.org/officeDocument/2006/relationships/tags" Target="../tags/tag207.xml"/><Relationship Id="rId4" Type="http://schemas.openxmlformats.org/officeDocument/2006/relationships/image" Target="../media/image59.png"/><Relationship Id="rId5" Type="http://schemas.openxmlformats.org/officeDocument/2006/relationships/image" Target="../media/image60.svg"/><Relationship Id="rId6" Type="http://schemas.openxmlformats.org/officeDocument/2006/relationships/image" Target="../media/image61.png"/><Relationship Id="rId7" Type="http://schemas.openxmlformats.org/officeDocument/2006/relationships/image" Target="../media/image62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svg"/><Relationship Id="rId3" Type="http://schemas.openxmlformats.org/officeDocument/2006/relationships/image" Target="../media/image65.png"/><Relationship Id="rId4" Type="http://schemas.openxmlformats.org/officeDocument/2006/relationships/image" Target="../media/image66.svg"/><Relationship Id="rId5" Type="http://schemas.openxmlformats.org/officeDocument/2006/relationships/image" Target="../media/image67.png"/><Relationship Id="rId6" Type="http://schemas.openxmlformats.org/officeDocument/2006/relationships/image" Target="../media/image68.svg"/><Relationship Id="rId7" Type="http://schemas.openxmlformats.org/officeDocument/2006/relationships/image" Target="../media/image69.png"/><Relationship Id="rId8" Type="http://schemas.openxmlformats.org/officeDocument/2006/relationships/image" Target="../media/image70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image" Target="../media/image71.png"/><Relationship Id="rId3" Type="http://schemas.openxmlformats.org/officeDocument/2006/relationships/image" Target="../media/image72.svg"/><Relationship Id="rId4" Type="http://schemas.openxmlformats.org/officeDocument/2006/relationships/tags" Target="../tags/tag209.xml"/><Relationship Id="rId5" Type="http://schemas.openxmlformats.org/officeDocument/2006/relationships/image" Target="../media/image73.png"/><Relationship Id="rId6" Type="http://schemas.openxmlformats.org/officeDocument/2006/relationships/image" Target="../media/image7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10.xml"/><Relationship Id="rId2" Type="http://schemas.openxmlformats.org/officeDocument/2006/relationships/tags" Target="../tags/tag211.xml"/><Relationship Id="rId3" Type="http://schemas.openxmlformats.org/officeDocument/2006/relationships/tags" Target="../tags/tag212.xml"/><Relationship Id="rId4" Type="http://schemas.openxmlformats.org/officeDocument/2006/relationships/tags" Target="../tags/tag213.xml"/><Relationship Id="rId5" Type="http://schemas.openxmlformats.org/officeDocument/2006/relationships/tags" Target="../tags/tag214.xml"/><Relationship Id="rId6" Type="http://schemas.openxmlformats.org/officeDocument/2006/relationships/tags" Target="../tags/tag215.xml"/><Relationship Id="rId7" Type="http://schemas.openxmlformats.org/officeDocument/2006/relationships/tags" Target="../tags/tag216.xml"/><Relationship Id="rId8" Type="http://schemas.openxmlformats.org/officeDocument/2006/relationships/tags" Target="../tags/tag217.xml"/><Relationship Id="rId9" Type="http://schemas.openxmlformats.org/officeDocument/2006/relationships/tags" Target="../tags/tag218.xml"/><Relationship Id="rId10" Type="http://schemas.openxmlformats.org/officeDocument/2006/relationships/tags" Target="../tags/tag219.xml"/><Relationship Id="rId11" Type="http://schemas.openxmlformats.org/officeDocument/2006/relationships/tags" Target="../tags/tag220.xml"/><Relationship Id="rId12" Type="http://schemas.openxmlformats.org/officeDocument/2006/relationships/tags" Target="../tags/tag221.xml"/><Relationship Id="rId13" Type="http://schemas.openxmlformats.org/officeDocument/2006/relationships/tags" Target="../tags/tag222.xml"/><Relationship Id="rId14" Type="http://schemas.openxmlformats.org/officeDocument/2006/relationships/tags" Target="../tags/tag223.xml"/><Relationship Id="rId15" Type="http://schemas.openxmlformats.org/officeDocument/2006/relationships/tags" Target="../tags/tag224.xml"/><Relationship Id="rId16" Type="http://schemas.openxmlformats.org/officeDocument/2006/relationships/tags" Target="../tags/tag225.xml"/><Relationship Id="rId17" Type="http://schemas.openxmlformats.org/officeDocument/2006/relationships/tags" Target="../tags/tag226.xml"/><Relationship Id="rId18" Type="http://schemas.openxmlformats.org/officeDocument/2006/relationships/tags" Target="../tags/tag227.xml"/><Relationship Id="rId19" Type="http://schemas.openxmlformats.org/officeDocument/2006/relationships/tags" Target="../tags/tag228.xml"/><Relationship Id="rId20" Type="http://schemas.openxmlformats.org/officeDocument/2006/relationships/tags" Target="../tags/tag229.xml"/><Relationship Id="rId21" Type="http://schemas.openxmlformats.org/officeDocument/2006/relationships/tags" Target="../tags/tag230.xml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31.xml"/><Relationship Id="rId2" Type="http://schemas.openxmlformats.org/officeDocument/2006/relationships/tags" Target="../tags/tag232.xml"/><Relationship Id="rId3" Type="http://schemas.openxmlformats.org/officeDocument/2006/relationships/tags" Target="../tags/tag233.xml"/><Relationship Id="rId4" Type="http://schemas.openxmlformats.org/officeDocument/2006/relationships/tags" Target="../tags/tag234.xml"/><Relationship Id="rId5" Type="http://schemas.openxmlformats.org/officeDocument/2006/relationships/tags" Target="../tags/tag235.xml"/><Relationship Id="rId6" Type="http://schemas.openxmlformats.org/officeDocument/2006/relationships/tags" Target="../tags/tag236.xml"/><Relationship Id="rId7" Type="http://schemas.openxmlformats.org/officeDocument/2006/relationships/tags" Target="../tags/tag237.xml"/><Relationship Id="rId8" Type="http://schemas.openxmlformats.org/officeDocument/2006/relationships/tags" Target="../tags/tag238.xml"/><Relationship Id="rId9" Type="http://schemas.openxmlformats.org/officeDocument/2006/relationships/tags" Target="../tags/tag239.xml"/><Relationship Id="rId10" Type="http://schemas.openxmlformats.org/officeDocument/2006/relationships/tags" Target="../tags/tag240.xml"/><Relationship Id="rId11" Type="http://schemas.openxmlformats.org/officeDocument/2006/relationships/tags" Target="../tags/tag241.xml"/><Relationship Id="rId12" Type="http://schemas.openxmlformats.org/officeDocument/2006/relationships/tags" Target="../tags/tag242.xml"/><Relationship Id="rId13" Type="http://schemas.openxmlformats.org/officeDocument/2006/relationships/tags" Target="../tags/tag243.xml"/><Relationship Id="rId14" Type="http://schemas.openxmlformats.org/officeDocument/2006/relationships/tags" Target="../tags/tag244.xml"/><Relationship Id="rId15" Type="http://schemas.openxmlformats.org/officeDocument/2006/relationships/tags" Target="../tags/tag245.xml"/><Relationship Id="rId16" Type="http://schemas.openxmlformats.org/officeDocument/2006/relationships/tags" Target="../tags/tag246.xml"/><Relationship Id="rId17" Type="http://schemas.openxmlformats.org/officeDocument/2006/relationships/tags" Target="../tags/tag247.xml"/><Relationship Id="rId18" Type="http://schemas.openxmlformats.org/officeDocument/2006/relationships/tags" Target="../tags/tag248.xml"/><Relationship Id="rId19" Type="http://schemas.openxmlformats.org/officeDocument/2006/relationships/tags" Target="../tags/tag249.xml"/><Relationship Id="rId20" Type="http://schemas.openxmlformats.org/officeDocument/2006/relationships/tags" Target="../tags/tag250.xml"/><Relationship Id="rId21" Type="http://schemas.openxmlformats.org/officeDocument/2006/relationships/tags" Target="../tags/tag251.xml"/><Relationship Id="rId22" Type="http://schemas.openxmlformats.org/officeDocument/2006/relationships/tags" Target="../tags/tag252.xml"/><Relationship Id="rId23" Type="http://schemas.openxmlformats.org/officeDocument/2006/relationships/tags" Target="../tags/tag253.xml"/><Relationship Id="rId24" Type="http://schemas.openxmlformats.org/officeDocument/2006/relationships/tags" Target="../tags/tag254.xml"/><Relationship Id="rId25" Type="http://schemas.openxmlformats.org/officeDocument/2006/relationships/tags" Target="../tags/tag255.xml"/><Relationship Id="rId26" Type="http://schemas.openxmlformats.org/officeDocument/2006/relationships/tags" Target="../tags/tag256.xml"/><Relationship Id="rId27" Type="http://schemas.openxmlformats.org/officeDocument/2006/relationships/tags" Target="../tags/tag257.xml"/><Relationship Id="rId28" Type="http://schemas.openxmlformats.org/officeDocument/2006/relationships/tags" Target="../tags/tag258.xml"/><Relationship Id="rId29" Type="http://schemas.openxmlformats.org/officeDocument/2006/relationships/tags" Target="../tags/tag259.xml"/><Relationship Id="rId30" Type="http://schemas.openxmlformats.org/officeDocument/2006/relationships/tags" Target="../tags/tag260.xml"/><Relationship Id="rId31" Type="http://schemas.openxmlformats.org/officeDocument/2006/relationships/tags" Target="../tags/tag261.xml"/><Relationship Id="rId32" Type="http://schemas.openxmlformats.org/officeDocument/2006/relationships/tags" Target="../tags/tag262.xml"/><Relationship Id="rId33" Type="http://schemas.openxmlformats.org/officeDocument/2006/relationships/tags" Target="../tags/tag263.xml"/><Relationship Id="rId34" Type="http://schemas.openxmlformats.org/officeDocument/2006/relationships/tags" Target="../tags/tag264.xml"/><Relationship Id="rId35" Type="http://schemas.openxmlformats.org/officeDocument/2006/relationships/tags" Target="../tags/tag265.xml"/><Relationship Id="rId36" Type="http://schemas.openxmlformats.org/officeDocument/2006/relationships/tags" Target="../tags/tag266.xml"/><Relationship Id="rId37" Type="http://schemas.openxmlformats.org/officeDocument/2006/relationships/tags" Target="../tags/tag267.xml"/><Relationship Id="rId38" Type="http://schemas.openxmlformats.org/officeDocument/2006/relationships/tags" Target="../tags/tag268.xml"/><Relationship Id="rId39" Type="http://schemas.openxmlformats.org/officeDocument/2006/relationships/slideLayout" Target="../slideLayouts/slideLayout2.xml"/><Relationship Id="rId40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audio" Target="../media/media1.mp3"/><Relationship Id="rId3" Type="http://schemas.microsoft.com/office/2007/relationships/media" Target="../media/media1.mp3"/><Relationship Id="rId4" Type="http://schemas.openxmlformats.org/officeDocument/2006/relationships/image" Target="../media/image3.png"/><Relationship Id="rId5" Type="http://schemas.openxmlformats.org/officeDocument/2006/relationships/tags" Target="../tags/tag269.xml"/><Relationship Id="rId6" Type="http://schemas.openxmlformats.org/officeDocument/2006/relationships/tags" Target="../tags/tag270.xml"/><Relationship Id="rId7" Type="http://schemas.openxmlformats.org/officeDocument/2006/relationships/tags" Target="../tags/tag271.xml"/><Relationship Id="rId8" Type="http://schemas.openxmlformats.org/officeDocument/2006/relationships/tags" Target="../tags/tag272.xml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69700">
                <a:srgbClr val="0B5095">
                  <a:alpha val="87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/>
        </p:nvGrpSpPr>
        <p:grpSpPr>
          <a:xfrm>
            <a:off x="956853" y="3886782"/>
            <a:ext cx="5332967" cy="538870"/>
            <a:chOff x="956853" y="3886782"/>
            <a:chExt cx="5332967" cy="538870"/>
          </a:xfrm>
        </p:grpSpPr>
        <p:sp>
          <p:nvSpPr>
            <p:cNvPr id="41" name="矩形 40"/>
            <p:cNvSpPr/>
            <p:nvPr/>
          </p:nvSpPr>
          <p:spPr>
            <a:xfrm>
              <a:off x="956853" y="3886782"/>
              <a:ext cx="5332967" cy="538870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42962" y="3965823"/>
              <a:ext cx="4514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岗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位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能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力  动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态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演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化</a:t>
              </a:r>
              <a:endParaRPr lang="zh-CN" altLang="en-US" sz="2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43" name="TextBox 17"/>
          <p:cNvSpPr txBox="1"/>
          <p:nvPr/>
        </p:nvSpPr>
        <p:spPr>
          <a:xfrm>
            <a:off x="1007502" y="4528493"/>
            <a:ext cx="6614676" cy="62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  <a:ea typeface="Roboto Light" charset="0"/>
                <a:cs typeface="Roboto Light" charset="0"/>
              </a:rPr>
              <a:t>基于数据驱动的岗位能力动态演化与分析系统 · JobHunter</a:t>
            </a:r>
            <a:endParaRPr lang="en-US" sz="1400" dirty="0">
              <a:solidFill>
                <a:schemeClr val="bg1"/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45" name="任意多边形: 形状 44"/>
          <p:cNvSpPr/>
          <p:nvPr/>
        </p:nvSpPr>
        <p:spPr>
          <a:xfrm>
            <a:off x="6313919" y="5846229"/>
            <a:ext cx="960632" cy="339237"/>
          </a:xfrm>
          <a:custGeom>
            <a:avLst/>
            <a:gdLst>
              <a:gd name="csX0" fmla="*/ 1140900 w 1176900"/>
              <a:gd name="csY0" fmla="*/ 343610 h 415610"/>
              <a:gd name="csX1" fmla="*/ 1176900 w 1176900"/>
              <a:gd name="csY1" fmla="*/ 379610 h 415610"/>
              <a:gd name="csX2" fmla="*/ 1140900 w 1176900"/>
              <a:gd name="csY2" fmla="*/ 415610 h 415610"/>
              <a:gd name="csX3" fmla="*/ 1104900 w 1176900"/>
              <a:gd name="csY3" fmla="*/ 379610 h 415610"/>
              <a:gd name="csX4" fmla="*/ 1140900 w 1176900"/>
              <a:gd name="csY4" fmla="*/ 343610 h 415610"/>
              <a:gd name="csX5" fmla="*/ 919920 w 1176900"/>
              <a:gd name="csY5" fmla="*/ 343610 h 415610"/>
              <a:gd name="csX6" fmla="*/ 955920 w 1176900"/>
              <a:gd name="csY6" fmla="*/ 379610 h 415610"/>
              <a:gd name="csX7" fmla="*/ 919920 w 1176900"/>
              <a:gd name="csY7" fmla="*/ 415610 h 415610"/>
              <a:gd name="csX8" fmla="*/ 883920 w 1176900"/>
              <a:gd name="csY8" fmla="*/ 379610 h 415610"/>
              <a:gd name="csX9" fmla="*/ 919920 w 1176900"/>
              <a:gd name="csY9" fmla="*/ 343610 h 415610"/>
              <a:gd name="csX10" fmla="*/ 698940 w 1176900"/>
              <a:gd name="csY10" fmla="*/ 343610 h 415610"/>
              <a:gd name="csX11" fmla="*/ 734940 w 1176900"/>
              <a:gd name="csY11" fmla="*/ 379610 h 415610"/>
              <a:gd name="csX12" fmla="*/ 698940 w 1176900"/>
              <a:gd name="csY12" fmla="*/ 415610 h 415610"/>
              <a:gd name="csX13" fmla="*/ 662940 w 1176900"/>
              <a:gd name="csY13" fmla="*/ 379610 h 415610"/>
              <a:gd name="csX14" fmla="*/ 698940 w 1176900"/>
              <a:gd name="csY14" fmla="*/ 343610 h 415610"/>
              <a:gd name="csX15" fmla="*/ 477960 w 1176900"/>
              <a:gd name="csY15" fmla="*/ 343610 h 415610"/>
              <a:gd name="csX16" fmla="*/ 513960 w 1176900"/>
              <a:gd name="csY16" fmla="*/ 379610 h 415610"/>
              <a:gd name="csX17" fmla="*/ 477960 w 1176900"/>
              <a:gd name="csY17" fmla="*/ 415610 h 415610"/>
              <a:gd name="csX18" fmla="*/ 441960 w 1176900"/>
              <a:gd name="csY18" fmla="*/ 379610 h 415610"/>
              <a:gd name="csX19" fmla="*/ 477960 w 1176900"/>
              <a:gd name="csY19" fmla="*/ 343610 h 415610"/>
              <a:gd name="csX20" fmla="*/ 256980 w 1176900"/>
              <a:gd name="csY20" fmla="*/ 343610 h 415610"/>
              <a:gd name="csX21" fmla="*/ 292980 w 1176900"/>
              <a:gd name="csY21" fmla="*/ 379610 h 415610"/>
              <a:gd name="csX22" fmla="*/ 256980 w 1176900"/>
              <a:gd name="csY22" fmla="*/ 415610 h 415610"/>
              <a:gd name="csX23" fmla="*/ 220980 w 1176900"/>
              <a:gd name="csY23" fmla="*/ 379610 h 415610"/>
              <a:gd name="csX24" fmla="*/ 256980 w 1176900"/>
              <a:gd name="csY24" fmla="*/ 343610 h 415610"/>
              <a:gd name="csX25" fmla="*/ 36000 w 1176900"/>
              <a:gd name="csY25" fmla="*/ 343610 h 415610"/>
              <a:gd name="csX26" fmla="*/ 72000 w 1176900"/>
              <a:gd name="csY26" fmla="*/ 379610 h 415610"/>
              <a:gd name="csX27" fmla="*/ 36000 w 1176900"/>
              <a:gd name="csY27" fmla="*/ 415610 h 415610"/>
              <a:gd name="csX28" fmla="*/ 0 w 1176900"/>
              <a:gd name="csY28" fmla="*/ 379610 h 415610"/>
              <a:gd name="csX29" fmla="*/ 36000 w 1176900"/>
              <a:gd name="csY29" fmla="*/ 343610 h 415610"/>
              <a:gd name="csX30" fmla="*/ 1140900 w 1176900"/>
              <a:gd name="csY30" fmla="*/ 171805 h 415610"/>
              <a:gd name="csX31" fmla="*/ 1176900 w 1176900"/>
              <a:gd name="csY31" fmla="*/ 207805 h 415610"/>
              <a:gd name="csX32" fmla="*/ 1140900 w 1176900"/>
              <a:gd name="csY32" fmla="*/ 243805 h 415610"/>
              <a:gd name="csX33" fmla="*/ 1104900 w 1176900"/>
              <a:gd name="csY33" fmla="*/ 207805 h 415610"/>
              <a:gd name="csX34" fmla="*/ 1140900 w 1176900"/>
              <a:gd name="csY34" fmla="*/ 171805 h 415610"/>
              <a:gd name="csX35" fmla="*/ 919920 w 1176900"/>
              <a:gd name="csY35" fmla="*/ 171805 h 415610"/>
              <a:gd name="csX36" fmla="*/ 955920 w 1176900"/>
              <a:gd name="csY36" fmla="*/ 207805 h 415610"/>
              <a:gd name="csX37" fmla="*/ 919920 w 1176900"/>
              <a:gd name="csY37" fmla="*/ 243805 h 415610"/>
              <a:gd name="csX38" fmla="*/ 883920 w 1176900"/>
              <a:gd name="csY38" fmla="*/ 207805 h 415610"/>
              <a:gd name="csX39" fmla="*/ 919920 w 1176900"/>
              <a:gd name="csY39" fmla="*/ 171805 h 415610"/>
              <a:gd name="csX40" fmla="*/ 698940 w 1176900"/>
              <a:gd name="csY40" fmla="*/ 171805 h 415610"/>
              <a:gd name="csX41" fmla="*/ 734940 w 1176900"/>
              <a:gd name="csY41" fmla="*/ 207805 h 415610"/>
              <a:gd name="csX42" fmla="*/ 698940 w 1176900"/>
              <a:gd name="csY42" fmla="*/ 243805 h 415610"/>
              <a:gd name="csX43" fmla="*/ 662940 w 1176900"/>
              <a:gd name="csY43" fmla="*/ 207805 h 415610"/>
              <a:gd name="csX44" fmla="*/ 698940 w 1176900"/>
              <a:gd name="csY44" fmla="*/ 171805 h 415610"/>
              <a:gd name="csX45" fmla="*/ 477960 w 1176900"/>
              <a:gd name="csY45" fmla="*/ 171805 h 415610"/>
              <a:gd name="csX46" fmla="*/ 513960 w 1176900"/>
              <a:gd name="csY46" fmla="*/ 207805 h 415610"/>
              <a:gd name="csX47" fmla="*/ 477960 w 1176900"/>
              <a:gd name="csY47" fmla="*/ 243805 h 415610"/>
              <a:gd name="csX48" fmla="*/ 441960 w 1176900"/>
              <a:gd name="csY48" fmla="*/ 207805 h 415610"/>
              <a:gd name="csX49" fmla="*/ 477960 w 1176900"/>
              <a:gd name="csY49" fmla="*/ 171805 h 415610"/>
              <a:gd name="csX50" fmla="*/ 256980 w 1176900"/>
              <a:gd name="csY50" fmla="*/ 171805 h 415610"/>
              <a:gd name="csX51" fmla="*/ 292980 w 1176900"/>
              <a:gd name="csY51" fmla="*/ 207805 h 415610"/>
              <a:gd name="csX52" fmla="*/ 256980 w 1176900"/>
              <a:gd name="csY52" fmla="*/ 243805 h 415610"/>
              <a:gd name="csX53" fmla="*/ 220980 w 1176900"/>
              <a:gd name="csY53" fmla="*/ 207805 h 415610"/>
              <a:gd name="csX54" fmla="*/ 256980 w 1176900"/>
              <a:gd name="csY54" fmla="*/ 171805 h 415610"/>
              <a:gd name="csX55" fmla="*/ 36000 w 1176900"/>
              <a:gd name="csY55" fmla="*/ 171805 h 415610"/>
              <a:gd name="csX56" fmla="*/ 72000 w 1176900"/>
              <a:gd name="csY56" fmla="*/ 207805 h 415610"/>
              <a:gd name="csX57" fmla="*/ 36000 w 1176900"/>
              <a:gd name="csY57" fmla="*/ 243805 h 415610"/>
              <a:gd name="csX58" fmla="*/ 0 w 1176900"/>
              <a:gd name="csY58" fmla="*/ 207805 h 415610"/>
              <a:gd name="csX59" fmla="*/ 36000 w 1176900"/>
              <a:gd name="csY59" fmla="*/ 171805 h 415610"/>
              <a:gd name="csX60" fmla="*/ 1140900 w 1176900"/>
              <a:gd name="csY60" fmla="*/ 0 h 415610"/>
              <a:gd name="csX61" fmla="*/ 1176900 w 1176900"/>
              <a:gd name="csY61" fmla="*/ 36000 h 415610"/>
              <a:gd name="csX62" fmla="*/ 1140900 w 1176900"/>
              <a:gd name="csY62" fmla="*/ 72000 h 415610"/>
              <a:gd name="csX63" fmla="*/ 1104900 w 1176900"/>
              <a:gd name="csY63" fmla="*/ 36000 h 415610"/>
              <a:gd name="csX64" fmla="*/ 1140900 w 1176900"/>
              <a:gd name="csY64" fmla="*/ 0 h 415610"/>
              <a:gd name="csX65" fmla="*/ 919920 w 1176900"/>
              <a:gd name="csY65" fmla="*/ 0 h 415610"/>
              <a:gd name="csX66" fmla="*/ 955920 w 1176900"/>
              <a:gd name="csY66" fmla="*/ 36000 h 415610"/>
              <a:gd name="csX67" fmla="*/ 919920 w 1176900"/>
              <a:gd name="csY67" fmla="*/ 72000 h 415610"/>
              <a:gd name="csX68" fmla="*/ 883920 w 1176900"/>
              <a:gd name="csY68" fmla="*/ 36000 h 415610"/>
              <a:gd name="csX69" fmla="*/ 919920 w 1176900"/>
              <a:gd name="csY69" fmla="*/ 0 h 415610"/>
              <a:gd name="csX70" fmla="*/ 698940 w 1176900"/>
              <a:gd name="csY70" fmla="*/ 0 h 415610"/>
              <a:gd name="csX71" fmla="*/ 734940 w 1176900"/>
              <a:gd name="csY71" fmla="*/ 36000 h 415610"/>
              <a:gd name="csX72" fmla="*/ 698940 w 1176900"/>
              <a:gd name="csY72" fmla="*/ 72000 h 415610"/>
              <a:gd name="csX73" fmla="*/ 662940 w 1176900"/>
              <a:gd name="csY73" fmla="*/ 36000 h 415610"/>
              <a:gd name="csX74" fmla="*/ 698940 w 1176900"/>
              <a:gd name="csY74" fmla="*/ 0 h 415610"/>
              <a:gd name="csX75" fmla="*/ 477960 w 1176900"/>
              <a:gd name="csY75" fmla="*/ 0 h 415610"/>
              <a:gd name="csX76" fmla="*/ 513960 w 1176900"/>
              <a:gd name="csY76" fmla="*/ 36000 h 415610"/>
              <a:gd name="csX77" fmla="*/ 477960 w 1176900"/>
              <a:gd name="csY77" fmla="*/ 72000 h 415610"/>
              <a:gd name="csX78" fmla="*/ 441960 w 1176900"/>
              <a:gd name="csY78" fmla="*/ 36000 h 415610"/>
              <a:gd name="csX79" fmla="*/ 477960 w 1176900"/>
              <a:gd name="csY79" fmla="*/ 0 h 415610"/>
              <a:gd name="csX80" fmla="*/ 256980 w 1176900"/>
              <a:gd name="csY80" fmla="*/ 0 h 415610"/>
              <a:gd name="csX81" fmla="*/ 292980 w 1176900"/>
              <a:gd name="csY81" fmla="*/ 36000 h 415610"/>
              <a:gd name="csX82" fmla="*/ 256980 w 1176900"/>
              <a:gd name="csY82" fmla="*/ 72000 h 415610"/>
              <a:gd name="csX83" fmla="*/ 220980 w 1176900"/>
              <a:gd name="csY83" fmla="*/ 36000 h 415610"/>
              <a:gd name="csX84" fmla="*/ 256980 w 1176900"/>
              <a:gd name="csY84" fmla="*/ 0 h 415610"/>
              <a:gd name="csX85" fmla="*/ 36000 w 1176900"/>
              <a:gd name="csY85" fmla="*/ 0 h 415610"/>
              <a:gd name="csX86" fmla="*/ 72000 w 1176900"/>
              <a:gd name="csY86" fmla="*/ 36000 h 415610"/>
              <a:gd name="csX87" fmla="*/ 36000 w 1176900"/>
              <a:gd name="csY87" fmla="*/ 72000 h 415610"/>
              <a:gd name="csX88" fmla="*/ 0 w 1176900"/>
              <a:gd name="csY88" fmla="*/ 36000 h 415610"/>
              <a:gd name="csX89" fmla="*/ 36000 w 1176900"/>
              <a:gd name="csY89" fmla="*/ 0 h 415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1176900" h="415610">
                <a:moveTo>
                  <a:pt x="1140900" y="343610"/>
                </a:moveTo>
                <a:cubicBezTo>
                  <a:pt x="1160782" y="343610"/>
                  <a:pt x="1176900" y="359728"/>
                  <a:pt x="1176900" y="379610"/>
                </a:cubicBezTo>
                <a:cubicBezTo>
                  <a:pt x="1176900" y="399492"/>
                  <a:pt x="1160782" y="415610"/>
                  <a:pt x="1140900" y="415610"/>
                </a:cubicBezTo>
                <a:cubicBezTo>
                  <a:pt x="1121018" y="415610"/>
                  <a:pt x="1104900" y="399492"/>
                  <a:pt x="1104900" y="379610"/>
                </a:cubicBezTo>
                <a:cubicBezTo>
                  <a:pt x="1104900" y="359728"/>
                  <a:pt x="1121018" y="343610"/>
                  <a:pt x="1140900" y="343610"/>
                </a:cubicBezTo>
                <a:close/>
                <a:moveTo>
                  <a:pt x="919920" y="343610"/>
                </a:moveTo>
                <a:cubicBezTo>
                  <a:pt x="939802" y="343610"/>
                  <a:pt x="955920" y="359728"/>
                  <a:pt x="955920" y="379610"/>
                </a:cubicBezTo>
                <a:cubicBezTo>
                  <a:pt x="955920" y="399492"/>
                  <a:pt x="939802" y="415610"/>
                  <a:pt x="919920" y="415610"/>
                </a:cubicBezTo>
                <a:cubicBezTo>
                  <a:pt x="900038" y="415610"/>
                  <a:pt x="883920" y="399492"/>
                  <a:pt x="883920" y="379610"/>
                </a:cubicBezTo>
                <a:cubicBezTo>
                  <a:pt x="883920" y="359728"/>
                  <a:pt x="900038" y="343610"/>
                  <a:pt x="919920" y="343610"/>
                </a:cubicBezTo>
                <a:close/>
                <a:moveTo>
                  <a:pt x="698940" y="343610"/>
                </a:moveTo>
                <a:cubicBezTo>
                  <a:pt x="718822" y="343610"/>
                  <a:pt x="734940" y="359728"/>
                  <a:pt x="734940" y="379610"/>
                </a:cubicBezTo>
                <a:cubicBezTo>
                  <a:pt x="734940" y="399492"/>
                  <a:pt x="718822" y="415610"/>
                  <a:pt x="698940" y="415610"/>
                </a:cubicBezTo>
                <a:cubicBezTo>
                  <a:pt x="679058" y="415610"/>
                  <a:pt x="662940" y="399492"/>
                  <a:pt x="662940" y="379610"/>
                </a:cubicBezTo>
                <a:cubicBezTo>
                  <a:pt x="662940" y="359728"/>
                  <a:pt x="679058" y="343610"/>
                  <a:pt x="698940" y="343610"/>
                </a:cubicBezTo>
                <a:close/>
                <a:moveTo>
                  <a:pt x="477960" y="343610"/>
                </a:moveTo>
                <a:cubicBezTo>
                  <a:pt x="497842" y="343610"/>
                  <a:pt x="513960" y="359728"/>
                  <a:pt x="513960" y="379610"/>
                </a:cubicBezTo>
                <a:cubicBezTo>
                  <a:pt x="513960" y="399492"/>
                  <a:pt x="497842" y="415610"/>
                  <a:pt x="477960" y="415610"/>
                </a:cubicBezTo>
                <a:cubicBezTo>
                  <a:pt x="458078" y="415610"/>
                  <a:pt x="441960" y="399492"/>
                  <a:pt x="441960" y="379610"/>
                </a:cubicBezTo>
                <a:cubicBezTo>
                  <a:pt x="441960" y="359728"/>
                  <a:pt x="458078" y="343610"/>
                  <a:pt x="477960" y="343610"/>
                </a:cubicBezTo>
                <a:close/>
                <a:moveTo>
                  <a:pt x="256980" y="343610"/>
                </a:moveTo>
                <a:cubicBezTo>
                  <a:pt x="276862" y="343610"/>
                  <a:pt x="292980" y="359728"/>
                  <a:pt x="292980" y="379610"/>
                </a:cubicBezTo>
                <a:cubicBezTo>
                  <a:pt x="292980" y="399492"/>
                  <a:pt x="276862" y="415610"/>
                  <a:pt x="256980" y="415610"/>
                </a:cubicBezTo>
                <a:cubicBezTo>
                  <a:pt x="237098" y="415610"/>
                  <a:pt x="220980" y="399492"/>
                  <a:pt x="220980" y="379610"/>
                </a:cubicBezTo>
                <a:cubicBezTo>
                  <a:pt x="220980" y="359728"/>
                  <a:pt x="237098" y="343610"/>
                  <a:pt x="256980" y="343610"/>
                </a:cubicBezTo>
                <a:close/>
                <a:moveTo>
                  <a:pt x="36000" y="343610"/>
                </a:moveTo>
                <a:cubicBezTo>
                  <a:pt x="55882" y="343610"/>
                  <a:pt x="72000" y="359728"/>
                  <a:pt x="72000" y="379610"/>
                </a:cubicBezTo>
                <a:cubicBezTo>
                  <a:pt x="72000" y="399492"/>
                  <a:pt x="55882" y="415610"/>
                  <a:pt x="36000" y="415610"/>
                </a:cubicBezTo>
                <a:cubicBezTo>
                  <a:pt x="16118" y="415610"/>
                  <a:pt x="0" y="399492"/>
                  <a:pt x="0" y="379610"/>
                </a:cubicBezTo>
                <a:cubicBezTo>
                  <a:pt x="0" y="359728"/>
                  <a:pt x="16118" y="343610"/>
                  <a:pt x="36000" y="343610"/>
                </a:cubicBezTo>
                <a:close/>
                <a:moveTo>
                  <a:pt x="1140900" y="171805"/>
                </a:moveTo>
                <a:cubicBezTo>
                  <a:pt x="1160782" y="171805"/>
                  <a:pt x="1176900" y="187923"/>
                  <a:pt x="1176900" y="207805"/>
                </a:cubicBezTo>
                <a:cubicBezTo>
                  <a:pt x="1176900" y="227687"/>
                  <a:pt x="1160782" y="243805"/>
                  <a:pt x="1140900" y="243805"/>
                </a:cubicBezTo>
                <a:cubicBezTo>
                  <a:pt x="1121018" y="243805"/>
                  <a:pt x="1104900" y="227687"/>
                  <a:pt x="1104900" y="207805"/>
                </a:cubicBezTo>
                <a:cubicBezTo>
                  <a:pt x="1104900" y="187923"/>
                  <a:pt x="1121018" y="171805"/>
                  <a:pt x="1140900" y="171805"/>
                </a:cubicBezTo>
                <a:close/>
                <a:moveTo>
                  <a:pt x="919920" y="171805"/>
                </a:moveTo>
                <a:cubicBezTo>
                  <a:pt x="939802" y="171805"/>
                  <a:pt x="955920" y="187923"/>
                  <a:pt x="955920" y="207805"/>
                </a:cubicBezTo>
                <a:cubicBezTo>
                  <a:pt x="955920" y="227687"/>
                  <a:pt x="939802" y="243805"/>
                  <a:pt x="919920" y="243805"/>
                </a:cubicBezTo>
                <a:cubicBezTo>
                  <a:pt x="900038" y="243805"/>
                  <a:pt x="883920" y="227687"/>
                  <a:pt x="883920" y="207805"/>
                </a:cubicBezTo>
                <a:cubicBezTo>
                  <a:pt x="883920" y="187923"/>
                  <a:pt x="900038" y="171805"/>
                  <a:pt x="919920" y="171805"/>
                </a:cubicBezTo>
                <a:close/>
                <a:moveTo>
                  <a:pt x="698940" y="171805"/>
                </a:moveTo>
                <a:cubicBezTo>
                  <a:pt x="718822" y="171805"/>
                  <a:pt x="734940" y="187923"/>
                  <a:pt x="734940" y="207805"/>
                </a:cubicBezTo>
                <a:cubicBezTo>
                  <a:pt x="734940" y="227687"/>
                  <a:pt x="718822" y="243805"/>
                  <a:pt x="698940" y="243805"/>
                </a:cubicBezTo>
                <a:cubicBezTo>
                  <a:pt x="679058" y="243805"/>
                  <a:pt x="662940" y="227687"/>
                  <a:pt x="662940" y="207805"/>
                </a:cubicBezTo>
                <a:cubicBezTo>
                  <a:pt x="662940" y="187923"/>
                  <a:pt x="679058" y="171805"/>
                  <a:pt x="698940" y="171805"/>
                </a:cubicBezTo>
                <a:close/>
                <a:moveTo>
                  <a:pt x="477960" y="171805"/>
                </a:moveTo>
                <a:cubicBezTo>
                  <a:pt x="497842" y="171805"/>
                  <a:pt x="513960" y="187923"/>
                  <a:pt x="513960" y="207805"/>
                </a:cubicBezTo>
                <a:cubicBezTo>
                  <a:pt x="513960" y="227687"/>
                  <a:pt x="497842" y="243805"/>
                  <a:pt x="477960" y="243805"/>
                </a:cubicBezTo>
                <a:cubicBezTo>
                  <a:pt x="458078" y="243805"/>
                  <a:pt x="441960" y="227687"/>
                  <a:pt x="441960" y="207805"/>
                </a:cubicBezTo>
                <a:cubicBezTo>
                  <a:pt x="441960" y="187923"/>
                  <a:pt x="458078" y="171805"/>
                  <a:pt x="477960" y="171805"/>
                </a:cubicBezTo>
                <a:close/>
                <a:moveTo>
                  <a:pt x="256980" y="171805"/>
                </a:moveTo>
                <a:cubicBezTo>
                  <a:pt x="276862" y="171805"/>
                  <a:pt x="292980" y="187923"/>
                  <a:pt x="292980" y="207805"/>
                </a:cubicBezTo>
                <a:cubicBezTo>
                  <a:pt x="292980" y="227687"/>
                  <a:pt x="276862" y="243805"/>
                  <a:pt x="256980" y="243805"/>
                </a:cubicBezTo>
                <a:cubicBezTo>
                  <a:pt x="237098" y="243805"/>
                  <a:pt x="220980" y="227687"/>
                  <a:pt x="220980" y="207805"/>
                </a:cubicBezTo>
                <a:cubicBezTo>
                  <a:pt x="220980" y="187923"/>
                  <a:pt x="237098" y="171805"/>
                  <a:pt x="256980" y="171805"/>
                </a:cubicBezTo>
                <a:close/>
                <a:moveTo>
                  <a:pt x="36000" y="171805"/>
                </a:moveTo>
                <a:cubicBezTo>
                  <a:pt x="55882" y="171805"/>
                  <a:pt x="72000" y="187923"/>
                  <a:pt x="72000" y="207805"/>
                </a:cubicBezTo>
                <a:cubicBezTo>
                  <a:pt x="72000" y="227687"/>
                  <a:pt x="55882" y="243805"/>
                  <a:pt x="36000" y="243805"/>
                </a:cubicBezTo>
                <a:cubicBezTo>
                  <a:pt x="16118" y="243805"/>
                  <a:pt x="0" y="227687"/>
                  <a:pt x="0" y="207805"/>
                </a:cubicBezTo>
                <a:cubicBezTo>
                  <a:pt x="0" y="187923"/>
                  <a:pt x="16118" y="171805"/>
                  <a:pt x="36000" y="171805"/>
                </a:cubicBezTo>
                <a:close/>
                <a:moveTo>
                  <a:pt x="1140900" y="0"/>
                </a:moveTo>
                <a:cubicBezTo>
                  <a:pt x="1160782" y="0"/>
                  <a:pt x="1176900" y="16118"/>
                  <a:pt x="1176900" y="36000"/>
                </a:cubicBezTo>
                <a:cubicBezTo>
                  <a:pt x="1176900" y="55882"/>
                  <a:pt x="1160782" y="72000"/>
                  <a:pt x="1140900" y="72000"/>
                </a:cubicBezTo>
                <a:cubicBezTo>
                  <a:pt x="1121018" y="72000"/>
                  <a:pt x="1104900" y="55882"/>
                  <a:pt x="1104900" y="36000"/>
                </a:cubicBezTo>
                <a:cubicBezTo>
                  <a:pt x="1104900" y="16118"/>
                  <a:pt x="1121018" y="0"/>
                  <a:pt x="1140900" y="0"/>
                </a:cubicBezTo>
                <a:close/>
                <a:moveTo>
                  <a:pt x="919920" y="0"/>
                </a:moveTo>
                <a:cubicBezTo>
                  <a:pt x="939802" y="0"/>
                  <a:pt x="955920" y="16118"/>
                  <a:pt x="955920" y="36000"/>
                </a:cubicBezTo>
                <a:cubicBezTo>
                  <a:pt x="955920" y="55882"/>
                  <a:pt x="939802" y="72000"/>
                  <a:pt x="919920" y="72000"/>
                </a:cubicBezTo>
                <a:cubicBezTo>
                  <a:pt x="900038" y="72000"/>
                  <a:pt x="883920" y="55882"/>
                  <a:pt x="883920" y="36000"/>
                </a:cubicBezTo>
                <a:cubicBezTo>
                  <a:pt x="883920" y="16118"/>
                  <a:pt x="900038" y="0"/>
                  <a:pt x="919920" y="0"/>
                </a:cubicBezTo>
                <a:close/>
                <a:moveTo>
                  <a:pt x="698940" y="0"/>
                </a:moveTo>
                <a:cubicBezTo>
                  <a:pt x="718822" y="0"/>
                  <a:pt x="734940" y="16118"/>
                  <a:pt x="734940" y="36000"/>
                </a:cubicBezTo>
                <a:cubicBezTo>
                  <a:pt x="734940" y="55882"/>
                  <a:pt x="718822" y="72000"/>
                  <a:pt x="698940" y="72000"/>
                </a:cubicBezTo>
                <a:cubicBezTo>
                  <a:pt x="679058" y="72000"/>
                  <a:pt x="662940" y="55882"/>
                  <a:pt x="662940" y="36000"/>
                </a:cubicBezTo>
                <a:cubicBezTo>
                  <a:pt x="662940" y="16118"/>
                  <a:pt x="679058" y="0"/>
                  <a:pt x="698940" y="0"/>
                </a:cubicBezTo>
                <a:close/>
                <a:moveTo>
                  <a:pt x="477960" y="0"/>
                </a:moveTo>
                <a:cubicBezTo>
                  <a:pt x="497842" y="0"/>
                  <a:pt x="513960" y="16118"/>
                  <a:pt x="513960" y="36000"/>
                </a:cubicBezTo>
                <a:cubicBezTo>
                  <a:pt x="513960" y="55882"/>
                  <a:pt x="497842" y="72000"/>
                  <a:pt x="477960" y="72000"/>
                </a:cubicBezTo>
                <a:cubicBezTo>
                  <a:pt x="458078" y="72000"/>
                  <a:pt x="441960" y="55882"/>
                  <a:pt x="441960" y="36000"/>
                </a:cubicBezTo>
                <a:cubicBezTo>
                  <a:pt x="441960" y="16118"/>
                  <a:pt x="458078" y="0"/>
                  <a:pt x="477960" y="0"/>
                </a:cubicBezTo>
                <a:close/>
                <a:moveTo>
                  <a:pt x="256980" y="0"/>
                </a:moveTo>
                <a:cubicBezTo>
                  <a:pt x="276862" y="0"/>
                  <a:pt x="292980" y="16118"/>
                  <a:pt x="292980" y="36000"/>
                </a:cubicBezTo>
                <a:cubicBezTo>
                  <a:pt x="292980" y="55882"/>
                  <a:pt x="276862" y="72000"/>
                  <a:pt x="256980" y="72000"/>
                </a:cubicBezTo>
                <a:cubicBezTo>
                  <a:pt x="237098" y="72000"/>
                  <a:pt x="220980" y="55882"/>
                  <a:pt x="220980" y="36000"/>
                </a:cubicBezTo>
                <a:cubicBezTo>
                  <a:pt x="220980" y="16118"/>
                  <a:pt x="237098" y="0"/>
                  <a:pt x="256980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1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 rot="5400000">
            <a:off x="6394987" y="268138"/>
            <a:ext cx="829047" cy="292770"/>
          </a:xfrm>
          <a:custGeom>
            <a:avLst/>
            <a:gdLst>
              <a:gd name="csX0" fmla="*/ 1140900 w 1176900"/>
              <a:gd name="csY0" fmla="*/ 343610 h 415610"/>
              <a:gd name="csX1" fmla="*/ 1176900 w 1176900"/>
              <a:gd name="csY1" fmla="*/ 379610 h 415610"/>
              <a:gd name="csX2" fmla="*/ 1140900 w 1176900"/>
              <a:gd name="csY2" fmla="*/ 415610 h 415610"/>
              <a:gd name="csX3" fmla="*/ 1104900 w 1176900"/>
              <a:gd name="csY3" fmla="*/ 379610 h 415610"/>
              <a:gd name="csX4" fmla="*/ 1140900 w 1176900"/>
              <a:gd name="csY4" fmla="*/ 343610 h 415610"/>
              <a:gd name="csX5" fmla="*/ 919920 w 1176900"/>
              <a:gd name="csY5" fmla="*/ 343610 h 415610"/>
              <a:gd name="csX6" fmla="*/ 955920 w 1176900"/>
              <a:gd name="csY6" fmla="*/ 379610 h 415610"/>
              <a:gd name="csX7" fmla="*/ 919920 w 1176900"/>
              <a:gd name="csY7" fmla="*/ 415610 h 415610"/>
              <a:gd name="csX8" fmla="*/ 883920 w 1176900"/>
              <a:gd name="csY8" fmla="*/ 379610 h 415610"/>
              <a:gd name="csX9" fmla="*/ 919920 w 1176900"/>
              <a:gd name="csY9" fmla="*/ 343610 h 415610"/>
              <a:gd name="csX10" fmla="*/ 698940 w 1176900"/>
              <a:gd name="csY10" fmla="*/ 343610 h 415610"/>
              <a:gd name="csX11" fmla="*/ 734940 w 1176900"/>
              <a:gd name="csY11" fmla="*/ 379610 h 415610"/>
              <a:gd name="csX12" fmla="*/ 698940 w 1176900"/>
              <a:gd name="csY12" fmla="*/ 415610 h 415610"/>
              <a:gd name="csX13" fmla="*/ 662940 w 1176900"/>
              <a:gd name="csY13" fmla="*/ 379610 h 415610"/>
              <a:gd name="csX14" fmla="*/ 698940 w 1176900"/>
              <a:gd name="csY14" fmla="*/ 343610 h 415610"/>
              <a:gd name="csX15" fmla="*/ 477960 w 1176900"/>
              <a:gd name="csY15" fmla="*/ 343610 h 415610"/>
              <a:gd name="csX16" fmla="*/ 513960 w 1176900"/>
              <a:gd name="csY16" fmla="*/ 379610 h 415610"/>
              <a:gd name="csX17" fmla="*/ 477960 w 1176900"/>
              <a:gd name="csY17" fmla="*/ 415610 h 415610"/>
              <a:gd name="csX18" fmla="*/ 441960 w 1176900"/>
              <a:gd name="csY18" fmla="*/ 379610 h 415610"/>
              <a:gd name="csX19" fmla="*/ 477960 w 1176900"/>
              <a:gd name="csY19" fmla="*/ 343610 h 415610"/>
              <a:gd name="csX20" fmla="*/ 256980 w 1176900"/>
              <a:gd name="csY20" fmla="*/ 343610 h 415610"/>
              <a:gd name="csX21" fmla="*/ 292980 w 1176900"/>
              <a:gd name="csY21" fmla="*/ 379610 h 415610"/>
              <a:gd name="csX22" fmla="*/ 256980 w 1176900"/>
              <a:gd name="csY22" fmla="*/ 415610 h 415610"/>
              <a:gd name="csX23" fmla="*/ 220980 w 1176900"/>
              <a:gd name="csY23" fmla="*/ 379610 h 415610"/>
              <a:gd name="csX24" fmla="*/ 256980 w 1176900"/>
              <a:gd name="csY24" fmla="*/ 343610 h 415610"/>
              <a:gd name="csX25" fmla="*/ 36000 w 1176900"/>
              <a:gd name="csY25" fmla="*/ 343610 h 415610"/>
              <a:gd name="csX26" fmla="*/ 72000 w 1176900"/>
              <a:gd name="csY26" fmla="*/ 379610 h 415610"/>
              <a:gd name="csX27" fmla="*/ 36000 w 1176900"/>
              <a:gd name="csY27" fmla="*/ 415610 h 415610"/>
              <a:gd name="csX28" fmla="*/ 0 w 1176900"/>
              <a:gd name="csY28" fmla="*/ 379610 h 415610"/>
              <a:gd name="csX29" fmla="*/ 36000 w 1176900"/>
              <a:gd name="csY29" fmla="*/ 343610 h 415610"/>
              <a:gd name="csX30" fmla="*/ 1140900 w 1176900"/>
              <a:gd name="csY30" fmla="*/ 171805 h 415610"/>
              <a:gd name="csX31" fmla="*/ 1176900 w 1176900"/>
              <a:gd name="csY31" fmla="*/ 207805 h 415610"/>
              <a:gd name="csX32" fmla="*/ 1140900 w 1176900"/>
              <a:gd name="csY32" fmla="*/ 243805 h 415610"/>
              <a:gd name="csX33" fmla="*/ 1104900 w 1176900"/>
              <a:gd name="csY33" fmla="*/ 207805 h 415610"/>
              <a:gd name="csX34" fmla="*/ 1140900 w 1176900"/>
              <a:gd name="csY34" fmla="*/ 171805 h 415610"/>
              <a:gd name="csX35" fmla="*/ 919920 w 1176900"/>
              <a:gd name="csY35" fmla="*/ 171805 h 415610"/>
              <a:gd name="csX36" fmla="*/ 955920 w 1176900"/>
              <a:gd name="csY36" fmla="*/ 207805 h 415610"/>
              <a:gd name="csX37" fmla="*/ 919920 w 1176900"/>
              <a:gd name="csY37" fmla="*/ 243805 h 415610"/>
              <a:gd name="csX38" fmla="*/ 883920 w 1176900"/>
              <a:gd name="csY38" fmla="*/ 207805 h 415610"/>
              <a:gd name="csX39" fmla="*/ 919920 w 1176900"/>
              <a:gd name="csY39" fmla="*/ 171805 h 415610"/>
              <a:gd name="csX40" fmla="*/ 698940 w 1176900"/>
              <a:gd name="csY40" fmla="*/ 171805 h 415610"/>
              <a:gd name="csX41" fmla="*/ 734940 w 1176900"/>
              <a:gd name="csY41" fmla="*/ 207805 h 415610"/>
              <a:gd name="csX42" fmla="*/ 698940 w 1176900"/>
              <a:gd name="csY42" fmla="*/ 243805 h 415610"/>
              <a:gd name="csX43" fmla="*/ 662940 w 1176900"/>
              <a:gd name="csY43" fmla="*/ 207805 h 415610"/>
              <a:gd name="csX44" fmla="*/ 698940 w 1176900"/>
              <a:gd name="csY44" fmla="*/ 171805 h 415610"/>
              <a:gd name="csX45" fmla="*/ 477960 w 1176900"/>
              <a:gd name="csY45" fmla="*/ 171805 h 415610"/>
              <a:gd name="csX46" fmla="*/ 513960 w 1176900"/>
              <a:gd name="csY46" fmla="*/ 207805 h 415610"/>
              <a:gd name="csX47" fmla="*/ 477960 w 1176900"/>
              <a:gd name="csY47" fmla="*/ 243805 h 415610"/>
              <a:gd name="csX48" fmla="*/ 441960 w 1176900"/>
              <a:gd name="csY48" fmla="*/ 207805 h 415610"/>
              <a:gd name="csX49" fmla="*/ 477960 w 1176900"/>
              <a:gd name="csY49" fmla="*/ 171805 h 415610"/>
              <a:gd name="csX50" fmla="*/ 256980 w 1176900"/>
              <a:gd name="csY50" fmla="*/ 171805 h 415610"/>
              <a:gd name="csX51" fmla="*/ 292980 w 1176900"/>
              <a:gd name="csY51" fmla="*/ 207805 h 415610"/>
              <a:gd name="csX52" fmla="*/ 256980 w 1176900"/>
              <a:gd name="csY52" fmla="*/ 243805 h 415610"/>
              <a:gd name="csX53" fmla="*/ 220980 w 1176900"/>
              <a:gd name="csY53" fmla="*/ 207805 h 415610"/>
              <a:gd name="csX54" fmla="*/ 256980 w 1176900"/>
              <a:gd name="csY54" fmla="*/ 171805 h 415610"/>
              <a:gd name="csX55" fmla="*/ 36000 w 1176900"/>
              <a:gd name="csY55" fmla="*/ 171805 h 415610"/>
              <a:gd name="csX56" fmla="*/ 72000 w 1176900"/>
              <a:gd name="csY56" fmla="*/ 207805 h 415610"/>
              <a:gd name="csX57" fmla="*/ 36000 w 1176900"/>
              <a:gd name="csY57" fmla="*/ 243805 h 415610"/>
              <a:gd name="csX58" fmla="*/ 0 w 1176900"/>
              <a:gd name="csY58" fmla="*/ 207805 h 415610"/>
              <a:gd name="csX59" fmla="*/ 36000 w 1176900"/>
              <a:gd name="csY59" fmla="*/ 171805 h 415610"/>
              <a:gd name="csX60" fmla="*/ 1140900 w 1176900"/>
              <a:gd name="csY60" fmla="*/ 0 h 415610"/>
              <a:gd name="csX61" fmla="*/ 1176900 w 1176900"/>
              <a:gd name="csY61" fmla="*/ 36000 h 415610"/>
              <a:gd name="csX62" fmla="*/ 1140900 w 1176900"/>
              <a:gd name="csY62" fmla="*/ 72000 h 415610"/>
              <a:gd name="csX63" fmla="*/ 1104900 w 1176900"/>
              <a:gd name="csY63" fmla="*/ 36000 h 415610"/>
              <a:gd name="csX64" fmla="*/ 1140900 w 1176900"/>
              <a:gd name="csY64" fmla="*/ 0 h 415610"/>
              <a:gd name="csX65" fmla="*/ 919920 w 1176900"/>
              <a:gd name="csY65" fmla="*/ 0 h 415610"/>
              <a:gd name="csX66" fmla="*/ 955920 w 1176900"/>
              <a:gd name="csY66" fmla="*/ 36000 h 415610"/>
              <a:gd name="csX67" fmla="*/ 919920 w 1176900"/>
              <a:gd name="csY67" fmla="*/ 72000 h 415610"/>
              <a:gd name="csX68" fmla="*/ 883920 w 1176900"/>
              <a:gd name="csY68" fmla="*/ 36000 h 415610"/>
              <a:gd name="csX69" fmla="*/ 919920 w 1176900"/>
              <a:gd name="csY69" fmla="*/ 0 h 415610"/>
              <a:gd name="csX70" fmla="*/ 698940 w 1176900"/>
              <a:gd name="csY70" fmla="*/ 0 h 415610"/>
              <a:gd name="csX71" fmla="*/ 734940 w 1176900"/>
              <a:gd name="csY71" fmla="*/ 36000 h 415610"/>
              <a:gd name="csX72" fmla="*/ 698940 w 1176900"/>
              <a:gd name="csY72" fmla="*/ 72000 h 415610"/>
              <a:gd name="csX73" fmla="*/ 662940 w 1176900"/>
              <a:gd name="csY73" fmla="*/ 36000 h 415610"/>
              <a:gd name="csX74" fmla="*/ 698940 w 1176900"/>
              <a:gd name="csY74" fmla="*/ 0 h 415610"/>
              <a:gd name="csX75" fmla="*/ 477960 w 1176900"/>
              <a:gd name="csY75" fmla="*/ 0 h 415610"/>
              <a:gd name="csX76" fmla="*/ 513960 w 1176900"/>
              <a:gd name="csY76" fmla="*/ 36000 h 415610"/>
              <a:gd name="csX77" fmla="*/ 477960 w 1176900"/>
              <a:gd name="csY77" fmla="*/ 72000 h 415610"/>
              <a:gd name="csX78" fmla="*/ 441960 w 1176900"/>
              <a:gd name="csY78" fmla="*/ 36000 h 415610"/>
              <a:gd name="csX79" fmla="*/ 477960 w 1176900"/>
              <a:gd name="csY79" fmla="*/ 0 h 415610"/>
              <a:gd name="csX80" fmla="*/ 256980 w 1176900"/>
              <a:gd name="csY80" fmla="*/ 0 h 415610"/>
              <a:gd name="csX81" fmla="*/ 292980 w 1176900"/>
              <a:gd name="csY81" fmla="*/ 36000 h 415610"/>
              <a:gd name="csX82" fmla="*/ 256980 w 1176900"/>
              <a:gd name="csY82" fmla="*/ 72000 h 415610"/>
              <a:gd name="csX83" fmla="*/ 220980 w 1176900"/>
              <a:gd name="csY83" fmla="*/ 36000 h 415610"/>
              <a:gd name="csX84" fmla="*/ 256980 w 1176900"/>
              <a:gd name="csY84" fmla="*/ 0 h 415610"/>
              <a:gd name="csX85" fmla="*/ 36000 w 1176900"/>
              <a:gd name="csY85" fmla="*/ 0 h 415610"/>
              <a:gd name="csX86" fmla="*/ 72000 w 1176900"/>
              <a:gd name="csY86" fmla="*/ 36000 h 415610"/>
              <a:gd name="csX87" fmla="*/ 36000 w 1176900"/>
              <a:gd name="csY87" fmla="*/ 72000 h 415610"/>
              <a:gd name="csX88" fmla="*/ 0 w 1176900"/>
              <a:gd name="csY88" fmla="*/ 36000 h 415610"/>
              <a:gd name="csX89" fmla="*/ 36000 w 1176900"/>
              <a:gd name="csY89" fmla="*/ 0 h 415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1176900" h="415610">
                <a:moveTo>
                  <a:pt x="1140900" y="343610"/>
                </a:moveTo>
                <a:cubicBezTo>
                  <a:pt x="1160782" y="343610"/>
                  <a:pt x="1176900" y="359728"/>
                  <a:pt x="1176900" y="379610"/>
                </a:cubicBezTo>
                <a:cubicBezTo>
                  <a:pt x="1176900" y="399492"/>
                  <a:pt x="1160782" y="415610"/>
                  <a:pt x="1140900" y="415610"/>
                </a:cubicBezTo>
                <a:cubicBezTo>
                  <a:pt x="1121018" y="415610"/>
                  <a:pt x="1104900" y="399492"/>
                  <a:pt x="1104900" y="379610"/>
                </a:cubicBezTo>
                <a:cubicBezTo>
                  <a:pt x="1104900" y="359728"/>
                  <a:pt x="1121018" y="343610"/>
                  <a:pt x="1140900" y="343610"/>
                </a:cubicBezTo>
                <a:close/>
                <a:moveTo>
                  <a:pt x="919920" y="343610"/>
                </a:moveTo>
                <a:cubicBezTo>
                  <a:pt x="939802" y="343610"/>
                  <a:pt x="955920" y="359728"/>
                  <a:pt x="955920" y="379610"/>
                </a:cubicBezTo>
                <a:cubicBezTo>
                  <a:pt x="955920" y="399492"/>
                  <a:pt x="939802" y="415610"/>
                  <a:pt x="919920" y="415610"/>
                </a:cubicBezTo>
                <a:cubicBezTo>
                  <a:pt x="900038" y="415610"/>
                  <a:pt x="883920" y="399492"/>
                  <a:pt x="883920" y="379610"/>
                </a:cubicBezTo>
                <a:cubicBezTo>
                  <a:pt x="883920" y="359728"/>
                  <a:pt x="900038" y="343610"/>
                  <a:pt x="919920" y="343610"/>
                </a:cubicBezTo>
                <a:close/>
                <a:moveTo>
                  <a:pt x="698940" y="343610"/>
                </a:moveTo>
                <a:cubicBezTo>
                  <a:pt x="718822" y="343610"/>
                  <a:pt x="734940" y="359728"/>
                  <a:pt x="734940" y="379610"/>
                </a:cubicBezTo>
                <a:cubicBezTo>
                  <a:pt x="734940" y="399492"/>
                  <a:pt x="718822" y="415610"/>
                  <a:pt x="698940" y="415610"/>
                </a:cubicBezTo>
                <a:cubicBezTo>
                  <a:pt x="679058" y="415610"/>
                  <a:pt x="662940" y="399492"/>
                  <a:pt x="662940" y="379610"/>
                </a:cubicBezTo>
                <a:cubicBezTo>
                  <a:pt x="662940" y="359728"/>
                  <a:pt x="679058" y="343610"/>
                  <a:pt x="698940" y="343610"/>
                </a:cubicBezTo>
                <a:close/>
                <a:moveTo>
                  <a:pt x="477960" y="343610"/>
                </a:moveTo>
                <a:cubicBezTo>
                  <a:pt x="497842" y="343610"/>
                  <a:pt x="513960" y="359728"/>
                  <a:pt x="513960" y="379610"/>
                </a:cubicBezTo>
                <a:cubicBezTo>
                  <a:pt x="513960" y="399492"/>
                  <a:pt x="497842" y="415610"/>
                  <a:pt x="477960" y="415610"/>
                </a:cubicBezTo>
                <a:cubicBezTo>
                  <a:pt x="458078" y="415610"/>
                  <a:pt x="441960" y="399492"/>
                  <a:pt x="441960" y="379610"/>
                </a:cubicBezTo>
                <a:cubicBezTo>
                  <a:pt x="441960" y="359728"/>
                  <a:pt x="458078" y="343610"/>
                  <a:pt x="477960" y="343610"/>
                </a:cubicBezTo>
                <a:close/>
                <a:moveTo>
                  <a:pt x="256980" y="343610"/>
                </a:moveTo>
                <a:cubicBezTo>
                  <a:pt x="276862" y="343610"/>
                  <a:pt x="292980" y="359728"/>
                  <a:pt x="292980" y="379610"/>
                </a:cubicBezTo>
                <a:cubicBezTo>
                  <a:pt x="292980" y="399492"/>
                  <a:pt x="276862" y="415610"/>
                  <a:pt x="256980" y="415610"/>
                </a:cubicBezTo>
                <a:cubicBezTo>
                  <a:pt x="237098" y="415610"/>
                  <a:pt x="220980" y="399492"/>
                  <a:pt x="220980" y="379610"/>
                </a:cubicBezTo>
                <a:cubicBezTo>
                  <a:pt x="220980" y="359728"/>
                  <a:pt x="237098" y="343610"/>
                  <a:pt x="256980" y="343610"/>
                </a:cubicBezTo>
                <a:close/>
                <a:moveTo>
                  <a:pt x="36000" y="343610"/>
                </a:moveTo>
                <a:cubicBezTo>
                  <a:pt x="55882" y="343610"/>
                  <a:pt x="72000" y="359728"/>
                  <a:pt x="72000" y="379610"/>
                </a:cubicBezTo>
                <a:cubicBezTo>
                  <a:pt x="72000" y="399492"/>
                  <a:pt x="55882" y="415610"/>
                  <a:pt x="36000" y="415610"/>
                </a:cubicBezTo>
                <a:cubicBezTo>
                  <a:pt x="16118" y="415610"/>
                  <a:pt x="0" y="399492"/>
                  <a:pt x="0" y="379610"/>
                </a:cubicBezTo>
                <a:cubicBezTo>
                  <a:pt x="0" y="359728"/>
                  <a:pt x="16118" y="343610"/>
                  <a:pt x="36000" y="343610"/>
                </a:cubicBezTo>
                <a:close/>
                <a:moveTo>
                  <a:pt x="1140900" y="171805"/>
                </a:moveTo>
                <a:cubicBezTo>
                  <a:pt x="1160782" y="171805"/>
                  <a:pt x="1176900" y="187923"/>
                  <a:pt x="1176900" y="207805"/>
                </a:cubicBezTo>
                <a:cubicBezTo>
                  <a:pt x="1176900" y="227687"/>
                  <a:pt x="1160782" y="243805"/>
                  <a:pt x="1140900" y="243805"/>
                </a:cubicBezTo>
                <a:cubicBezTo>
                  <a:pt x="1121018" y="243805"/>
                  <a:pt x="1104900" y="227687"/>
                  <a:pt x="1104900" y="207805"/>
                </a:cubicBezTo>
                <a:cubicBezTo>
                  <a:pt x="1104900" y="187923"/>
                  <a:pt x="1121018" y="171805"/>
                  <a:pt x="1140900" y="171805"/>
                </a:cubicBezTo>
                <a:close/>
                <a:moveTo>
                  <a:pt x="919920" y="171805"/>
                </a:moveTo>
                <a:cubicBezTo>
                  <a:pt x="939802" y="171805"/>
                  <a:pt x="955920" y="187923"/>
                  <a:pt x="955920" y="207805"/>
                </a:cubicBezTo>
                <a:cubicBezTo>
                  <a:pt x="955920" y="227687"/>
                  <a:pt x="939802" y="243805"/>
                  <a:pt x="919920" y="243805"/>
                </a:cubicBezTo>
                <a:cubicBezTo>
                  <a:pt x="900038" y="243805"/>
                  <a:pt x="883920" y="227687"/>
                  <a:pt x="883920" y="207805"/>
                </a:cubicBezTo>
                <a:cubicBezTo>
                  <a:pt x="883920" y="187923"/>
                  <a:pt x="900038" y="171805"/>
                  <a:pt x="919920" y="171805"/>
                </a:cubicBezTo>
                <a:close/>
                <a:moveTo>
                  <a:pt x="698940" y="171805"/>
                </a:moveTo>
                <a:cubicBezTo>
                  <a:pt x="718822" y="171805"/>
                  <a:pt x="734940" y="187923"/>
                  <a:pt x="734940" y="207805"/>
                </a:cubicBezTo>
                <a:cubicBezTo>
                  <a:pt x="734940" y="227687"/>
                  <a:pt x="718822" y="243805"/>
                  <a:pt x="698940" y="243805"/>
                </a:cubicBezTo>
                <a:cubicBezTo>
                  <a:pt x="679058" y="243805"/>
                  <a:pt x="662940" y="227687"/>
                  <a:pt x="662940" y="207805"/>
                </a:cubicBezTo>
                <a:cubicBezTo>
                  <a:pt x="662940" y="187923"/>
                  <a:pt x="679058" y="171805"/>
                  <a:pt x="698940" y="171805"/>
                </a:cubicBezTo>
                <a:close/>
                <a:moveTo>
                  <a:pt x="477960" y="171805"/>
                </a:moveTo>
                <a:cubicBezTo>
                  <a:pt x="497842" y="171805"/>
                  <a:pt x="513960" y="187923"/>
                  <a:pt x="513960" y="207805"/>
                </a:cubicBezTo>
                <a:cubicBezTo>
                  <a:pt x="513960" y="227687"/>
                  <a:pt x="497842" y="243805"/>
                  <a:pt x="477960" y="243805"/>
                </a:cubicBezTo>
                <a:cubicBezTo>
                  <a:pt x="458078" y="243805"/>
                  <a:pt x="441960" y="227687"/>
                  <a:pt x="441960" y="207805"/>
                </a:cubicBezTo>
                <a:cubicBezTo>
                  <a:pt x="441960" y="187923"/>
                  <a:pt x="458078" y="171805"/>
                  <a:pt x="477960" y="171805"/>
                </a:cubicBezTo>
                <a:close/>
                <a:moveTo>
                  <a:pt x="256980" y="171805"/>
                </a:moveTo>
                <a:cubicBezTo>
                  <a:pt x="276862" y="171805"/>
                  <a:pt x="292980" y="187923"/>
                  <a:pt x="292980" y="207805"/>
                </a:cubicBezTo>
                <a:cubicBezTo>
                  <a:pt x="292980" y="227687"/>
                  <a:pt x="276862" y="243805"/>
                  <a:pt x="256980" y="243805"/>
                </a:cubicBezTo>
                <a:cubicBezTo>
                  <a:pt x="237098" y="243805"/>
                  <a:pt x="220980" y="227687"/>
                  <a:pt x="220980" y="207805"/>
                </a:cubicBezTo>
                <a:cubicBezTo>
                  <a:pt x="220980" y="187923"/>
                  <a:pt x="237098" y="171805"/>
                  <a:pt x="256980" y="171805"/>
                </a:cubicBezTo>
                <a:close/>
                <a:moveTo>
                  <a:pt x="36000" y="171805"/>
                </a:moveTo>
                <a:cubicBezTo>
                  <a:pt x="55882" y="171805"/>
                  <a:pt x="72000" y="187923"/>
                  <a:pt x="72000" y="207805"/>
                </a:cubicBezTo>
                <a:cubicBezTo>
                  <a:pt x="72000" y="227687"/>
                  <a:pt x="55882" y="243805"/>
                  <a:pt x="36000" y="243805"/>
                </a:cubicBezTo>
                <a:cubicBezTo>
                  <a:pt x="16118" y="243805"/>
                  <a:pt x="0" y="227687"/>
                  <a:pt x="0" y="207805"/>
                </a:cubicBezTo>
                <a:cubicBezTo>
                  <a:pt x="0" y="187923"/>
                  <a:pt x="16118" y="171805"/>
                  <a:pt x="36000" y="171805"/>
                </a:cubicBezTo>
                <a:close/>
                <a:moveTo>
                  <a:pt x="1140900" y="0"/>
                </a:moveTo>
                <a:cubicBezTo>
                  <a:pt x="1160782" y="0"/>
                  <a:pt x="1176900" y="16118"/>
                  <a:pt x="1176900" y="36000"/>
                </a:cubicBezTo>
                <a:cubicBezTo>
                  <a:pt x="1176900" y="55882"/>
                  <a:pt x="1160782" y="72000"/>
                  <a:pt x="1140900" y="72000"/>
                </a:cubicBezTo>
                <a:cubicBezTo>
                  <a:pt x="1121018" y="72000"/>
                  <a:pt x="1104900" y="55882"/>
                  <a:pt x="1104900" y="36000"/>
                </a:cubicBezTo>
                <a:cubicBezTo>
                  <a:pt x="1104900" y="16118"/>
                  <a:pt x="1121018" y="0"/>
                  <a:pt x="1140900" y="0"/>
                </a:cubicBezTo>
                <a:close/>
                <a:moveTo>
                  <a:pt x="919920" y="0"/>
                </a:moveTo>
                <a:cubicBezTo>
                  <a:pt x="939802" y="0"/>
                  <a:pt x="955920" y="16118"/>
                  <a:pt x="955920" y="36000"/>
                </a:cubicBezTo>
                <a:cubicBezTo>
                  <a:pt x="955920" y="55882"/>
                  <a:pt x="939802" y="72000"/>
                  <a:pt x="919920" y="72000"/>
                </a:cubicBezTo>
                <a:cubicBezTo>
                  <a:pt x="900038" y="72000"/>
                  <a:pt x="883920" y="55882"/>
                  <a:pt x="883920" y="36000"/>
                </a:cubicBezTo>
                <a:cubicBezTo>
                  <a:pt x="883920" y="16118"/>
                  <a:pt x="900038" y="0"/>
                  <a:pt x="919920" y="0"/>
                </a:cubicBezTo>
                <a:close/>
                <a:moveTo>
                  <a:pt x="698940" y="0"/>
                </a:moveTo>
                <a:cubicBezTo>
                  <a:pt x="718822" y="0"/>
                  <a:pt x="734940" y="16118"/>
                  <a:pt x="734940" y="36000"/>
                </a:cubicBezTo>
                <a:cubicBezTo>
                  <a:pt x="734940" y="55882"/>
                  <a:pt x="718822" y="72000"/>
                  <a:pt x="698940" y="72000"/>
                </a:cubicBezTo>
                <a:cubicBezTo>
                  <a:pt x="679058" y="72000"/>
                  <a:pt x="662940" y="55882"/>
                  <a:pt x="662940" y="36000"/>
                </a:cubicBezTo>
                <a:cubicBezTo>
                  <a:pt x="662940" y="16118"/>
                  <a:pt x="679058" y="0"/>
                  <a:pt x="698940" y="0"/>
                </a:cubicBezTo>
                <a:close/>
                <a:moveTo>
                  <a:pt x="477960" y="0"/>
                </a:moveTo>
                <a:cubicBezTo>
                  <a:pt x="497842" y="0"/>
                  <a:pt x="513960" y="16118"/>
                  <a:pt x="513960" y="36000"/>
                </a:cubicBezTo>
                <a:cubicBezTo>
                  <a:pt x="513960" y="55882"/>
                  <a:pt x="497842" y="72000"/>
                  <a:pt x="477960" y="72000"/>
                </a:cubicBezTo>
                <a:cubicBezTo>
                  <a:pt x="458078" y="72000"/>
                  <a:pt x="441960" y="55882"/>
                  <a:pt x="441960" y="36000"/>
                </a:cubicBezTo>
                <a:cubicBezTo>
                  <a:pt x="441960" y="16118"/>
                  <a:pt x="458078" y="0"/>
                  <a:pt x="477960" y="0"/>
                </a:cubicBezTo>
                <a:close/>
                <a:moveTo>
                  <a:pt x="256980" y="0"/>
                </a:moveTo>
                <a:cubicBezTo>
                  <a:pt x="276862" y="0"/>
                  <a:pt x="292980" y="16118"/>
                  <a:pt x="292980" y="36000"/>
                </a:cubicBezTo>
                <a:cubicBezTo>
                  <a:pt x="292980" y="55882"/>
                  <a:pt x="276862" y="72000"/>
                  <a:pt x="256980" y="72000"/>
                </a:cubicBezTo>
                <a:cubicBezTo>
                  <a:pt x="237098" y="72000"/>
                  <a:pt x="220980" y="55882"/>
                  <a:pt x="220980" y="36000"/>
                </a:cubicBezTo>
                <a:cubicBezTo>
                  <a:pt x="220980" y="16118"/>
                  <a:pt x="237098" y="0"/>
                  <a:pt x="256980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1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/>
          <p:cNvSpPr/>
          <p:nvPr/>
        </p:nvSpPr>
        <p:spPr>
          <a:xfrm rot="16200000" flipH="1" flipV="1">
            <a:off x="941879" y="361045"/>
            <a:ext cx="142875" cy="727812"/>
          </a:xfrm>
          <a:custGeom>
            <a:avLst/>
            <a:gdLst>
              <a:gd name="connsiteX0" fmla="*/ 0 w 243078"/>
              <a:gd name="connsiteY0" fmla="*/ 209550 h 1238250"/>
              <a:gd name="connsiteX1" fmla="*/ 243078 w 243078"/>
              <a:gd name="connsiteY1" fmla="*/ 209550 h 1238250"/>
              <a:gd name="connsiteX2" fmla="*/ 121539 w 243078"/>
              <a:gd name="connsiteY2" fmla="*/ 0 h 1238250"/>
              <a:gd name="connsiteX3" fmla="*/ 0 w 243078"/>
              <a:gd name="connsiteY3" fmla="*/ 552450 h 1238250"/>
              <a:gd name="connsiteX4" fmla="*/ 243078 w 243078"/>
              <a:gd name="connsiteY4" fmla="*/ 552450 h 1238250"/>
              <a:gd name="connsiteX5" fmla="*/ 121539 w 243078"/>
              <a:gd name="connsiteY5" fmla="*/ 342900 h 1238250"/>
              <a:gd name="connsiteX6" fmla="*/ 0 w 243078"/>
              <a:gd name="connsiteY6" fmla="*/ 895350 h 1238250"/>
              <a:gd name="connsiteX7" fmla="*/ 243078 w 243078"/>
              <a:gd name="connsiteY7" fmla="*/ 895350 h 1238250"/>
              <a:gd name="connsiteX8" fmla="*/ 121539 w 243078"/>
              <a:gd name="connsiteY8" fmla="*/ 685800 h 1238250"/>
              <a:gd name="connsiteX9" fmla="*/ 0 w 243078"/>
              <a:gd name="connsiteY9" fmla="*/ 1238250 h 1238250"/>
              <a:gd name="connsiteX10" fmla="*/ 243078 w 243078"/>
              <a:gd name="connsiteY10" fmla="*/ 1238250 h 1238250"/>
              <a:gd name="connsiteX11" fmla="*/ 121539 w 243078"/>
              <a:gd name="connsiteY11" fmla="*/ 102870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078" h="1238250">
                <a:moveTo>
                  <a:pt x="0" y="209550"/>
                </a:moveTo>
                <a:lnTo>
                  <a:pt x="243078" y="209550"/>
                </a:lnTo>
                <a:lnTo>
                  <a:pt x="121539" y="0"/>
                </a:lnTo>
                <a:close/>
                <a:moveTo>
                  <a:pt x="0" y="552450"/>
                </a:moveTo>
                <a:lnTo>
                  <a:pt x="243078" y="552450"/>
                </a:lnTo>
                <a:lnTo>
                  <a:pt x="121539" y="342900"/>
                </a:lnTo>
                <a:close/>
                <a:moveTo>
                  <a:pt x="0" y="895350"/>
                </a:moveTo>
                <a:lnTo>
                  <a:pt x="243078" y="895350"/>
                </a:lnTo>
                <a:lnTo>
                  <a:pt x="121539" y="685800"/>
                </a:lnTo>
                <a:close/>
                <a:moveTo>
                  <a:pt x="0" y="1238250"/>
                </a:moveTo>
                <a:lnTo>
                  <a:pt x="243078" y="1238250"/>
                </a:lnTo>
                <a:lnTo>
                  <a:pt x="121539" y="1028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3" name="pd-5b767ec2bb80784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25624" y="452809"/>
            <a:ext cx="609600" cy="60960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1103814" y="5492405"/>
            <a:ext cx="4088321" cy="432004"/>
            <a:chOff x="4231775" y="5196796"/>
            <a:chExt cx="4088321" cy="432004"/>
          </a:xfrm>
        </p:grpSpPr>
        <p:grpSp>
          <p:nvGrpSpPr>
            <p:cNvPr id="55" name="组合 54"/>
            <p:cNvGrpSpPr/>
            <p:nvPr/>
          </p:nvGrpSpPr>
          <p:grpSpPr>
            <a:xfrm>
              <a:off x="4231775" y="5196798"/>
              <a:ext cx="1799999" cy="432002"/>
              <a:chOff x="3779035" y="4427271"/>
              <a:chExt cx="2322470" cy="557392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3779035" y="4427271"/>
                <a:ext cx="2322470" cy="557392"/>
                <a:chOff x="4223514" y="4493390"/>
                <a:chExt cx="1763896" cy="423336"/>
              </a:xfrm>
            </p:grpSpPr>
            <p:sp>
              <p:nvSpPr>
                <p:cNvPr id="65" name="矩形: 圆角 64"/>
                <p:cNvSpPr/>
                <p:nvPr/>
              </p:nvSpPr>
              <p:spPr>
                <a:xfrm flipH="1">
                  <a:off x="4223514" y="4493390"/>
                  <a:ext cx="1763896" cy="4233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540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endParaRPr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4279900" y="4546600"/>
                  <a:ext cx="311150" cy="311150"/>
                  <a:chOff x="4279900" y="4546600"/>
                  <a:chExt cx="444500" cy="444500"/>
                </a:xfrm>
              </p:grpSpPr>
              <p:sp>
                <p:nvSpPr>
                  <p:cNvPr id="67" name="椭圆 66"/>
                  <p:cNvSpPr/>
                  <p:nvPr/>
                </p:nvSpPr>
                <p:spPr>
                  <a:xfrm>
                    <a:off x="4279900" y="4546600"/>
                    <a:ext cx="444500" cy="4445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endParaRPr>
                  </a:p>
                </p:txBody>
              </p:sp>
              <p:sp>
                <p:nvSpPr>
                  <p:cNvPr id="68" name="PA-任意多边形 88"/>
                  <p:cNvSpPr>
                    <a:spLocks noChangeArrowheads="1"/>
                  </p:cNvSpPr>
                  <p:nvPr>
                    <p:custDataLst>
                      <p:tags r:id="rId5"/>
                    </p:custDataLst>
                  </p:nvPr>
                </p:nvSpPr>
                <p:spPr bwMode="auto">
                  <a:xfrm>
                    <a:off x="4391107" y="4656174"/>
                    <a:ext cx="222086" cy="225352"/>
                  </a:xfrm>
                  <a:custGeom>
                    <a:avLst/>
                    <a:gdLst>
                      <a:gd name="T0" fmla="*/ 2147483646 w 601"/>
                      <a:gd name="T1" fmla="*/ 2147483646 h 609"/>
                      <a:gd name="T2" fmla="*/ 2147483646 w 601"/>
                      <a:gd name="T3" fmla="*/ 2147483646 h 609"/>
                      <a:gd name="T4" fmla="*/ 0 w 601"/>
                      <a:gd name="T5" fmla="*/ 2147483646 h 609"/>
                      <a:gd name="T6" fmla="*/ 2147483646 w 601"/>
                      <a:gd name="T7" fmla="*/ 0 h 609"/>
                      <a:gd name="T8" fmla="*/ 2147483646 w 601"/>
                      <a:gd name="T9" fmla="*/ 2147483646 h 609"/>
                      <a:gd name="T10" fmla="*/ 2147483646 w 601"/>
                      <a:gd name="T11" fmla="*/ 2147483646 h 609"/>
                      <a:gd name="T12" fmla="*/ 2147483646 w 601"/>
                      <a:gd name="T13" fmla="*/ 2147483646 h 609"/>
                      <a:gd name="T14" fmla="*/ 2147483646 w 601"/>
                      <a:gd name="T15" fmla="*/ 2147483646 h 609"/>
                      <a:gd name="T16" fmla="*/ 2147483646 w 601"/>
                      <a:gd name="T17" fmla="*/ 2147483646 h 609"/>
                      <a:gd name="T18" fmla="*/ 2147483646 w 601"/>
                      <a:gd name="T19" fmla="*/ 2147483646 h 609"/>
                      <a:gd name="T20" fmla="*/ 2147483646 w 601"/>
                      <a:gd name="T21" fmla="*/ 2147483646 h 609"/>
                      <a:gd name="T22" fmla="*/ 2147483646 w 601"/>
                      <a:gd name="T23" fmla="*/ 2147483646 h 609"/>
                      <a:gd name="T24" fmla="*/ 2147483646 w 601"/>
                      <a:gd name="T25" fmla="*/ 2147483646 h 609"/>
                      <a:gd name="T26" fmla="*/ 2147483646 w 601"/>
                      <a:gd name="T27" fmla="*/ 2147483646 h 609"/>
                      <a:gd name="T28" fmla="*/ 2147483646 w 601"/>
                      <a:gd name="T29" fmla="*/ 2147483646 h 609"/>
                      <a:gd name="T30" fmla="*/ 2147483646 w 601"/>
                      <a:gd name="T31" fmla="*/ 2147483646 h 609"/>
                      <a:gd name="T32" fmla="*/ 2147483646 w 601"/>
                      <a:gd name="T33" fmla="*/ 2147483646 h 609"/>
                      <a:gd name="T34" fmla="*/ 2147483646 w 601"/>
                      <a:gd name="T35" fmla="*/ 2147483646 h 609"/>
                      <a:gd name="T36" fmla="*/ 2147483646 w 601"/>
                      <a:gd name="T37" fmla="*/ 2147483646 h 609"/>
                      <a:gd name="T38" fmla="*/ 2147483646 w 601"/>
                      <a:gd name="T39" fmla="*/ 2147483646 h 609"/>
                      <a:gd name="T40" fmla="*/ 2147483646 w 601"/>
                      <a:gd name="T41" fmla="*/ 2147483646 h 609"/>
                      <a:gd name="T42" fmla="*/ 2147483646 w 601"/>
                      <a:gd name="T43" fmla="*/ 2147483646 h 609"/>
                      <a:gd name="T44" fmla="*/ 2147483646 w 601"/>
                      <a:gd name="T45" fmla="*/ 2147483646 h 609"/>
                      <a:gd name="T46" fmla="*/ 2147483646 w 601"/>
                      <a:gd name="T47" fmla="*/ 2147483646 h 609"/>
                      <a:gd name="T48" fmla="*/ 2147483646 w 601"/>
                      <a:gd name="T49" fmla="*/ 2147483646 h 609"/>
                      <a:gd name="T50" fmla="*/ 2147483646 w 601"/>
                      <a:gd name="T51" fmla="*/ 2147483646 h 609"/>
                      <a:gd name="T52" fmla="*/ 2147483646 w 601"/>
                      <a:gd name="T53" fmla="*/ 2147483646 h 609"/>
                      <a:gd name="T54" fmla="*/ 2147483646 w 601"/>
                      <a:gd name="T55" fmla="*/ 2147483646 h 609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601" h="609">
                        <a:moveTo>
                          <a:pt x="297" y="608"/>
                        </a:moveTo>
                        <a:lnTo>
                          <a:pt x="297" y="608"/>
                        </a:lnTo>
                        <a:cubicBezTo>
                          <a:pt x="134" y="608"/>
                          <a:pt x="0" y="474"/>
                          <a:pt x="0" y="304"/>
                        </a:cubicBezTo>
                        <a:cubicBezTo>
                          <a:pt x="0" y="135"/>
                          <a:pt x="134" y="0"/>
                          <a:pt x="297" y="0"/>
                        </a:cubicBezTo>
                        <a:cubicBezTo>
                          <a:pt x="466" y="0"/>
                          <a:pt x="600" y="135"/>
                          <a:pt x="600" y="304"/>
                        </a:cubicBezTo>
                        <a:cubicBezTo>
                          <a:pt x="600" y="474"/>
                          <a:pt x="466" y="608"/>
                          <a:pt x="297" y="608"/>
                        </a:cubicBezTo>
                        <a:close/>
                        <a:moveTo>
                          <a:pt x="297" y="57"/>
                        </a:moveTo>
                        <a:lnTo>
                          <a:pt x="297" y="57"/>
                        </a:lnTo>
                        <a:cubicBezTo>
                          <a:pt x="162" y="57"/>
                          <a:pt x="56" y="170"/>
                          <a:pt x="56" y="304"/>
                        </a:cubicBezTo>
                        <a:cubicBezTo>
                          <a:pt x="56" y="368"/>
                          <a:pt x="78" y="425"/>
                          <a:pt x="120" y="467"/>
                        </a:cubicBezTo>
                        <a:cubicBezTo>
                          <a:pt x="155" y="453"/>
                          <a:pt x="141" y="467"/>
                          <a:pt x="183" y="446"/>
                        </a:cubicBezTo>
                        <a:cubicBezTo>
                          <a:pt x="233" y="425"/>
                          <a:pt x="247" y="418"/>
                          <a:pt x="247" y="418"/>
                        </a:cubicBezTo>
                        <a:cubicBezTo>
                          <a:pt x="247" y="375"/>
                          <a:pt x="247" y="375"/>
                          <a:pt x="247" y="375"/>
                        </a:cubicBezTo>
                        <a:cubicBezTo>
                          <a:pt x="247" y="375"/>
                          <a:pt x="226" y="361"/>
                          <a:pt x="219" y="319"/>
                        </a:cubicBezTo>
                        <a:cubicBezTo>
                          <a:pt x="212" y="326"/>
                          <a:pt x="205" y="304"/>
                          <a:pt x="205" y="297"/>
                        </a:cubicBezTo>
                        <a:cubicBezTo>
                          <a:pt x="205" y="283"/>
                          <a:pt x="198" y="255"/>
                          <a:pt x="212" y="255"/>
                        </a:cubicBezTo>
                        <a:cubicBezTo>
                          <a:pt x="212" y="234"/>
                          <a:pt x="212" y="220"/>
                          <a:pt x="212" y="205"/>
                        </a:cubicBezTo>
                        <a:cubicBezTo>
                          <a:pt x="212" y="177"/>
                          <a:pt x="247" y="135"/>
                          <a:pt x="297" y="135"/>
                        </a:cubicBezTo>
                        <a:cubicBezTo>
                          <a:pt x="360" y="135"/>
                          <a:pt x="381" y="177"/>
                          <a:pt x="389" y="205"/>
                        </a:cubicBezTo>
                        <a:cubicBezTo>
                          <a:pt x="389" y="220"/>
                          <a:pt x="389" y="234"/>
                          <a:pt x="381" y="255"/>
                        </a:cubicBezTo>
                        <a:cubicBezTo>
                          <a:pt x="396" y="255"/>
                          <a:pt x="389" y="283"/>
                          <a:pt x="389" y="297"/>
                        </a:cubicBezTo>
                        <a:cubicBezTo>
                          <a:pt x="389" y="304"/>
                          <a:pt x="389" y="326"/>
                          <a:pt x="374" y="319"/>
                        </a:cubicBezTo>
                        <a:cubicBezTo>
                          <a:pt x="367" y="361"/>
                          <a:pt x="353" y="375"/>
                          <a:pt x="353" y="375"/>
                        </a:cubicBezTo>
                        <a:cubicBezTo>
                          <a:pt x="353" y="418"/>
                          <a:pt x="353" y="418"/>
                          <a:pt x="353" y="418"/>
                        </a:cubicBezTo>
                        <a:cubicBezTo>
                          <a:pt x="353" y="418"/>
                          <a:pt x="367" y="425"/>
                          <a:pt x="410" y="446"/>
                        </a:cubicBezTo>
                        <a:cubicBezTo>
                          <a:pt x="459" y="467"/>
                          <a:pt x="445" y="453"/>
                          <a:pt x="480" y="467"/>
                        </a:cubicBezTo>
                        <a:cubicBezTo>
                          <a:pt x="523" y="425"/>
                          <a:pt x="544" y="368"/>
                          <a:pt x="544" y="304"/>
                        </a:cubicBezTo>
                        <a:cubicBezTo>
                          <a:pt x="544" y="170"/>
                          <a:pt x="431" y="57"/>
                          <a:pt x="297" y="57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txBody>
                  <a:bodyPr wrap="none" anchor="ctr"/>
                  <a:lstStyle/>
                  <a:p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64" name="PA-文本框 9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216583" y="4497074"/>
                <a:ext cx="1732098" cy="39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主讲：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JobHunter 项目组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6340096" y="5196796"/>
              <a:ext cx="1980000" cy="432002"/>
              <a:chOff x="6234515" y="4427268"/>
              <a:chExt cx="2554717" cy="557392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6234515" y="4427268"/>
                <a:ext cx="2554717" cy="557392"/>
                <a:chOff x="6242813" y="4493388"/>
                <a:chExt cx="1940286" cy="423336"/>
              </a:xfrm>
            </p:grpSpPr>
            <p:sp>
              <p:nvSpPr>
                <p:cNvPr id="59" name="矩形: 圆角 58"/>
                <p:cNvSpPr/>
                <p:nvPr/>
              </p:nvSpPr>
              <p:spPr>
                <a:xfrm flipH="1">
                  <a:off x="6242813" y="4493388"/>
                  <a:ext cx="1940286" cy="4233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540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endParaRPr>
                </a:p>
              </p:txBody>
            </p:sp>
            <p:grpSp>
              <p:nvGrpSpPr>
                <p:cNvPr id="60" name="组合 59"/>
                <p:cNvGrpSpPr/>
                <p:nvPr/>
              </p:nvGrpSpPr>
              <p:grpSpPr>
                <a:xfrm>
                  <a:off x="6299200" y="4546600"/>
                  <a:ext cx="311150" cy="311150"/>
                  <a:chOff x="6299200" y="4546600"/>
                  <a:chExt cx="444500" cy="444500"/>
                </a:xfrm>
              </p:grpSpPr>
              <p:sp>
                <p:nvSpPr>
                  <p:cNvPr id="61" name="椭圆 60"/>
                  <p:cNvSpPr/>
                  <p:nvPr/>
                </p:nvSpPr>
                <p:spPr>
                  <a:xfrm>
                    <a:off x="6299200" y="4546600"/>
                    <a:ext cx="444500" cy="4445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endParaRPr>
                  </a:p>
                </p:txBody>
              </p:sp>
              <p:sp>
                <p:nvSpPr>
                  <p:cNvPr id="62" name="PA-任意多边形 87"/>
                  <p:cNvSpPr>
                    <a:spLocks noChangeArrowheads="1"/>
                  </p:cNvSpPr>
                  <p:nvPr>
                    <p:custDataLst>
                      <p:tags r:id="rId7"/>
                    </p:custDataLst>
                  </p:nvPr>
                </p:nvSpPr>
                <p:spPr bwMode="auto">
                  <a:xfrm>
                    <a:off x="6409590" y="4656174"/>
                    <a:ext cx="223720" cy="225352"/>
                  </a:xfrm>
                  <a:custGeom>
                    <a:avLst/>
                    <a:gdLst>
                      <a:gd name="T0" fmla="*/ 2147483646 w 602"/>
                      <a:gd name="T1" fmla="*/ 2147483646 h 609"/>
                      <a:gd name="T2" fmla="*/ 2147483646 w 602"/>
                      <a:gd name="T3" fmla="*/ 2147483646 h 609"/>
                      <a:gd name="T4" fmla="*/ 0 w 602"/>
                      <a:gd name="T5" fmla="*/ 2147483646 h 609"/>
                      <a:gd name="T6" fmla="*/ 2147483646 w 602"/>
                      <a:gd name="T7" fmla="*/ 0 h 609"/>
                      <a:gd name="T8" fmla="*/ 2147483646 w 602"/>
                      <a:gd name="T9" fmla="*/ 2147483646 h 609"/>
                      <a:gd name="T10" fmla="*/ 2147483646 w 602"/>
                      <a:gd name="T11" fmla="*/ 2147483646 h 609"/>
                      <a:gd name="T12" fmla="*/ 2147483646 w 602"/>
                      <a:gd name="T13" fmla="*/ 2147483646 h 609"/>
                      <a:gd name="T14" fmla="*/ 2147483646 w 602"/>
                      <a:gd name="T15" fmla="*/ 2147483646 h 609"/>
                      <a:gd name="T16" fmla="*/ 2147483646 w 602"/>
                      <a:gd name="T17" fmla="*/ 2147483646 h 609"/>
                      <a:gd name="T18" fmla="*/ 2147483646 w 602"/>
                      <a:gd name="T19" fmla="*/ 2147483646 h 609"/>
                      <a:gd name="T20" fmla="*/ 2147483646 w 602"/>
                      <a:gd name="T21" fmla="*/ 2147483646 h 609"/>
                      <a:gd name="T22" fmla="*/ 2147483646 w 602"/>
                      <a:gd name="T23" fmla="*/ 2147483646 h 609"/>
                      <a:gd name="T24" fmla="*/ 2147483646 w 602"/>
                      <a:gd name="T25" fmla="*/ 2147483646 h 609"/>
                      <a:gd name="T26" fmla="*/ 2147483646 w 602"/>
                      <a:gd name="T27" fmla="*/ 2147483646 h 609"/>
                      <a:gd name="T28" fmla="*/ 2147483646 w 602"/>
                      <a:gd name="T29" fmla="*/ 2147483646 h 609"/>
                      <a:gd name="T30" fmla="*/ 2147483646 w 602"/>
                      <a:gd name="T31" fmla="*/ 2147483646 h 609"/>
                      <a:gd name="T32" fmla="*/ 2147483646 w 602"/>
                      <a:gd name="T33" fmla="*/ 2147483646 h 609"/>
                      <a:gd name="T34" fmla="*/ 2147483646 w 602"/>
                      <a:gd name="T35" fmla="*/ 2147483646 h 609"/>
                      <a:gd name="T36" fmla="*/ 2147483646 w 602"/>
                      <a:gd name="T37" fmla="*/ 2147483646 h 609"/>
                      <a:gd name="T38" fmla="*/ 2147483646 w 602"/>
                      <a:gd name="T39" fmla="*/ 2147483646 h 609"/>
                      <a:gd name="T40" fmla="*/ 2147483646 w 602"/>
                      <a:gd name="T41" fmla="*/ 2147483646 h 609"/>
                      <a:gd name="T42" fmla="*/ 2147483646 w 602"/>
                      <a:gd name="T43" fmla="*/ 2147483646 h 609"/>
                      <a:gd name="T44" fmla="*/ 2147483646 w 602"/>
                      <a:gd name="T45" fmla="*/ 2147483646 h 609"/>
                      <a:gd name="T46" fmla="*/ 2147483646 w 602"/>
                      <a:gd name="T47" fmla="*/ 2147483646 h 609"/>
                      <a:gd name="T48" fmla="*/ 2147483646 w 602"/>
                      <a:gd name="T49" fmla="*/ 2147483646 h 609"/>
                      <a:gd name="T50" fmla="*/ 2147483646 w 602"/>
                      <a:gd name="T51" fmla="*/ 2147483646 h 609"/>
                      <a:gd name="T52" fmla="*/ 2147483646 w 602"/>
                      <a:gd name="T53" fmla="*/ 2147483646 h 60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602" h="609">
                        <a:moveTo>
                          <a:pt x="304" y="608"/>
                        </a:moveTo>
                        <a:lnTo>
                          <a:pt x="304" y="608"/>
                        </a:lnTo>
                        <a:cubicBezTo>
                          <a:pt x="134" y="608"/>
                          <a:pt x="0" y="474"/>
                          <a:pt x="0" y="304"/>
                        </a:cubicBezTo>
                        <a:cubicBezTo>
                          <a:pt x="0" y="135"/>
                          <a:pt x="134" y="0"/>
                          <a:pt x="304" y="0"/>
                        </a:cubicBezTo>
                        <a:cubicBezTo>
                          <a:pt x="466" y="0"/>
                          <a:pt x="601" y="135"/>
                          <a:pt x="601" y="304"/>
                        </a:cubicBezTo>
                        <a:cubicBezTo>
                          <a:pt x="601" y="474"/>
                          <a:pt x="466" y="608"/>
                          <a:pt x="304" y="608"/>
                        </a:cubicBezTo>
                        <a:close/>
                        <a:moveTo>
                          <a:pt x="304" y="57"/>
                        </a:moveTo>
                        <a:lnTo>
                          <a:pt x="304" y="57"/>
                        </a:lnTo>
                        <a:cubicBezTo>
                          <a:pt x="169" y="57"/>
                          <a:pt x="56" y="170"/>
                          <a:pt x="56" y="304"/>
                        </a:cubicBezTo>
                        <a:cubicBezTo>
                          <a:pt x="56" y="439"/>
                          <a:pt x="169" y="552"/>
                          <a:pt x="304" y="552"/>
                        </a:cubicBezTo>
                        <a:cubicBezTo>
                          <a:pt x="438" y="552"/>
                          <a:pt x="544" y="439"/>
                          <a:pt x="544" y="304"/>
                        </a:cubicBezTo>
                        <a:cubicBezTo>
                          <a:pt x="544" y="170"/>
                          <a:pt x="438" y="57"/>
                          <a:pt x="304" y="57"/>
                        </a:cubicBezTo>
                        <a:close/>
                        <a:moveTo>
                          <a:pt x="424" y="333"/>
                        </a:moveTo>
                        <a:lnTo>
                          <a:pt x="424" y="333"/>
                        </a:lnTo>
                        <a:cubicBezTo>
                          <a:pt x="367" y="333"/>
                          <a:pt x="367" y="333"/>
                          <a:pt x="367" y="333"/>
                        </a:cubicBezTo>
                        <a:cubicBezTo>
                          <a:pt x="332" y="333"/>
                          <a:pt x="332" y="333"/>
                          <a:pt x="332" y="333"/>
                        </a:cubicBezTo>
                        <a:cubicBezTo>
                          <a:pt x="304" y="333"/>
                          <a:pt x="304" y="333"/>
                          <a:pt x="304" y="333"/>
                        </a:cubicBezTo>
                        <a:cubicBezTo>
                          <a:pt x="283" y="333"/>
                          <a:pt x="276" y="319"/>
                          <a:pt x="276" y="304"/>
                        </a:cubicBezTo>
                        <a:cubicBezTo>
                          <a:pt x="276" y="135"/>
                          <a:pt x="276" y="135"/>
                          <a:pt x="276" y="135"/>
                        </a:cubicBezTo>
                        <a:cubicBezTo>
                          <a:pt x="276" y="121"/>
                          <a:pt x="283" y="107"/>
                          <a:pt x="304" y="107"/>
                        </a:cubicBezTo>
                        <a:cubicBezTo>
                          <a:pt x="318" y="107"/>
                          <a:pt x="332" y="121"/>
                          <a:pt x="332" y="135"/>
                        </a:cubicBezTo>
                        <a:cubicBezTo>
                          <a:pt x="332" y="276"/>
                          <a:pt x="332" y="276"/>
                          <a:pt x="332" y="276"/>
                        </a:cubicBezTo>
                        <a:cubicBezTo>
                          <a:pt x="367" y="276"/>
                          <a:pt x="367" y="276"/>
                          <a:pt x="367" y="276"/>
                        </a:cubicBezTo>
                        <a:cubicBezTo>
                          <a:pt x="424" y="276"/>
                          <a:pt x="424" y="276"/>
                          <a:pt x="424" y="276"/>
                        </a:cubicBezTo>
                        <a:cubicBezTo>
                          <a:pt x="438" y="276"/>
                          <a:pt x="452" y="290"/>
                          <a:pt x="452" y="304"/>
                        </a:cubicBezTo>
                        <a:cubicBezTo>
                          <a:pt x="452" y="319"/>
                          <a:pt x="438" y="333"/>
                          <a:pt x="424" y="33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txBody>
                  <a:bodyPr wrap="none" anchor="ctr"/>
                  <a:lstStyle/>
                  <a:p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58" name="PA-文本框 9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697650" y="4497073"/>
                <a:ext cx="1926942" cy="397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时间：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2026-09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774380" y="829211"/>
            <a:ext cx="6603527" cy="2519585"/>
            <a:chOff x="846135" y="1598196"/>
            <a:chExt cx="6603527" cy="2519585"/>
          </a:xfrm>
        </p:grpSpPr>
        <p:sp>
          <p:nvSpPr>
            <p:cNvPr id="36" name="文本框 35"/>
            <p:cNvSpPr txBox="1"/>
            <p:nvPr/>
          </p:nvSpPr>
          <p:spPr>
            <a:xfrm>
              <a:off x="956853" y="1598196"/>
              <a:ext cx="437587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solidFill>
                    <a:schemeClr val="bg1"/>
                  </a:solidFill>
                  <a:latin typeface="+mj-ea"/>
                  <a:ea typeface="+mj-ea"/>
                </a:rPr>
                <a:t>T</a:t>
              </a:r>
              <a:r>
                <a:rPr lang="en-US" altLang="zh-CN" sz="4400" dirty="0">
                  <a:ln>
                    <a:solidFill>
                      <a:schemeClr val="bg1"/>
                    </a:solidFill>
                  </a:ln>
                  <a:noFill/>
                  <a:latin typeface="+mj-ea"/>
                  <a:ea typeface="+mj-ea"/>
                </a:rPr>
                <a:t>ECHNOLOGY</a:t>
              </a:r>
              <a:endParaRPr lang="zh-CN" altLang="en-US" sz="4400" dirty="0">
                <a:ln>
                  <a:solidFill>
                    <a:schemeClr val="bg1"/>
                  </a:solidFill>
                </a:ln>
                <a:noFill/>
                <a:latin typeface="+mj-ea"/>
                <a:ea typeface="+mj-ea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846135" y="1693868"/>
              <a:ext cx="0" cy="1818968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圆: 空心 39"/>
            <p:cNvSpPr/>
            <p:nvPr/>
          </p:nvSpPr>
          <p:spPr>
            <a:xfrm>
              <a:off x="5369929" y="1675146"/>
              <a:ext cx="127848" cy="127848"/>
            </a:xfrm>
            <a:prstGeom prst="donut">
              <a:avLst>
                <a:gd name="adj" fmla="val 2535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56853" y="2087686"/>
              <a:ext cx="309880" cy="20300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2600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latin typeface="027-上首锐棱体" panose="02010609000101010101" pitchFamily="49" charset="-122"/>
                <a:ea typeface="027-上首锐棱体" panose="02010609000101010101" pitchFamily="49" charset="-122"/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2434246" y="2367833"/>
              <a:ext cx="5015416" cy="1514032"/>
              <a:chOff x="2532220" y="2400491"/>
              <a:chExt cx="5015416" cy="1514032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532220" y="2407668"/>
                <a:ext cx="5008880" cy="15068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200" spc="300" dirty="0">
                    <a:ln w="12700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027-上首锐棱体" panose="02010609000101010101" pitchFamily="49" charset="-122"/>
                    <a:ea typeface="027-上首锐棱体" panose="02010609000101010101" pitchFamily="49" charset="-122"/>
                  </a:rPr>
                  <a:t>作品介绍</a:t>
                </a:r>
                <a:endParaRPr lang="zh-CN" altLang="en-US" sz="9200" spc="300" dirty="0">
                  <a:ln w="1270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027-上首锐棱体" panose="02010609000101010101" pitchFamily="49" charset="-122"/>
                  <a:ea typeface="027-上首锐棱体" panose="02010609000101010101" pitchFamily="49" charset="-122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2538756" y="2400491"/>
                <a:ext cx="5008880" cy="15068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9200" spc="300" dirty="0">
                  <a:gradFill>
                    <a:gsLst>
                      <a:gs pos="30000">
                        <a:srgbClr val="15FFFF"/>
                      </a:gs>
                      <a:gs pos="100000">
                        <a:srgbClr val="0059F5"/>
                      </a:gs>
                    </a:gsLst>
                    <a:lin ang="2700000" scaled="0"/>
                  </a:gradFill>
                  <a:latin typeface="027-上首锐棱体" panose="02010609000101010101" pitchFamily="49" charset="-122"/>
                  <a:ea typeface="027-上首锐棱体" panose="02010609000101010101" pitchFamily="49" charset="-122"/>
                </a:endParaRPr>
              </a:p>
            </p:txBody>
          </p:sp>
        </p:grpSp>
        <p:cxnSp>
          <p:nvCxnSpPr>
            <p:cNvPr id="71" name="直接连接符 70"/>
            <p:cNvCxnSpPr/>
            <p:nvPr/>
          </p:nvCxnSpPr>
          <p:spPr>
            <a:xfrm>
              <a:off x="900561" y="1693868"/>
              <a:ext cx="0" cy="1818968"/>
            </a:xfrm>
            <a:prstGeom prst="line">
              <a:avLst/>
            </a:prstGeom>
            <a:ln w="12700"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840396" y="2840465"/>
            <a:ext cx="7802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300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latin typeface="027-上首锐棱体" panose="02010609000101010101" pitchFamily="49" charset="-122"/>
                <a:ea typeface="027-上首锐棱体" panose="02010609000101010101" pitchFamily="49" charset="-122"/>
              </a:rPr>
              <a:t>参赛作品汇报</a:t>
            </a:r>
            <a:endParaRPr lang="zh-CN" altLang="en-US" sz="7200" spc="300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latin typeface="027-上首锐棱体" panose="02010609000101010101" pitchFamily="49" charset="-122"/>
              <a:ea typeface="027-上首锐棱体" panose="0201060900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3917" y="2862498"/>
            <a:ext cx="7802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7200" spc="300" dirty="0">
              <a:gradFill>
                <a:gsLst>
                  <a:gs pos="30000">
                    <a:srgbClr val="15FFFF"/>
                  </a:gs>
                  <a:gs pos="100000">
                    <a:srgbClr val="0059F5"/>
                  </a:gs>
                </a:gsLst>
                <a:lin ang="2700000" scaled="0"/>
              </a:gradFill>
              <a:latin typeface="027-上首锐棱体" panose="02010609000101010101" pitchFamily="49" charset="-122"/>
              <a:ea typeface="027-上首锐棱体" panose="0201060900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000"/>
    </mc:Choice>
    <mc:Fallback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5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  <p:bldLst>
      <p:bldP spid="4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" y="0"/>
            <a:ext cx="9228667" cy="6858000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69700">
                <a:srgbClr val="0B5095">
                  <a:alpha val="87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>
            <p:custDataLst>
              <p:tags r:id="rId2"/>
            </p:custDataLst>
          </p:nvPr>
        </p:nvGrpSpPr>
        <p:grpSpPr>
          <a:xfrm>
            <a:off x="1169035" y="619125"/>
            <a:ext cx="4368165" cy="5443220"/>
            <a:chOff x="1169193" y="1322894"/>
            <a:chExt cx="4368001" cy="5628287"/>
          </a:xfrm>
        </p:grpSpPr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>
            <a:xfrm flipH="1">
              <a:off x="1245189" y="1322894"/>
              <a:ext cx="22859" cy="5628287"/>
            </a:xfrm>
            <a:prstGeom prst="line">
              <a:avLst/>
            </a:prstGeom>
            <a:ln w="12700">
              <a:solidFill>
                <a:srgbClr val="D3D5F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>
              <p:custDataLst>
                <p:tags r:id="rId4"/>
              </p:custDataLst>
            </p:nvPr>
          </p:nvSpPr>
          <p:spPr>
            <a:xfrm>
              <a:off x="1169193" y="1624234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5"/>
              </p:custDataLst>
            </p:nvPr>
          </p:nvSpPr>
          <p:spPr>
            <a:xfrm>
              <a:off x="1225860" y="1680901"/>
              <a:ext cx="84376" cy="84374"/>
            </a:xfrm>
            <a:prstGeom prst="ellipse">
              <a:avLst/>
            </a:prstGeom>
            <a:solidFill>
              <a:srgbClr val="15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思源黑体" panose="020B0500000000000000" pitchFamily="34" charset="-122"/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6"/>
              </p:custDataLst>
            </p:nvPr>
          </p:nvSpPr>
          <p:spPr>
            <a:xfrm>
              <a:off x="1169193" y="2762471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7"/>
              </p:custDataLst>
            </p:nvPr>
          </p:nvSpPr>
          <p:spPr>
            <a:xfrm>
              <a:off x="1225860" y="2819138"/>
              <a:ext cx="84376" cy="84374"/>
            </a:xfrm>
            <a:prstGeom prst="ellipse">
              <a:avLst/>
            </a:prstGeom>
            <a:solidFill>
              <a:srgbClr val="15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8"/>
              </p:custDataLst>
            </p:nvPr>
          </p:nvSpPr>
          <p:spPr>
            <a:xfrm>
              <a:off x="1169193" y="3900708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9"/>
              </p:custDataLst>
            </p:nvPr>
          </p:nvSpPr>
          <p:spPr>
            <a:xfrm>
              <a:off x="1225860" y="3957375"/>
              <a:ext cx="84376" cy="84374"/>
            </a:xfrm>
            <a:prstGeom prst="ellipse">
              <a:avLst/>
            </a:prstGeom>
            <a:solidFill>
              <a:srgbClr val="15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思源黑体" panose="020B0500000000000000" pitchFamily="3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10"/>
              </p:custDataLst>
            </p:nvPr>
          </p:nvSpPr>
          <p:spPr>
            <a:xfrm>
              <a:off x="1169193" y="5038945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11"/>
              </p:custDataLst>
            </p:nvPr>
          </p:nvSpPr>
          <p:spPr>
            <a:xfrm>
              <a:off x="1225860" y="5095612"/>
              <a:ext cx="84376" cy="84374"/>
            </a:xfrm>
            <a:prstGeom prst="ellipse">
              <a:avLst/>
            </a:prstGeom>
            <a:solidFill>
              <a:srgbClr val="15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8" name="圆角矩形 48"/>
            <p:cNvSpPr/>
            <p:nvPr>
              <p:custDataLst>
                <p:tags r:id="rId12"/>
              </p:custDataLst>
            </p:nvPr>
          </p:nvSpPr>
          <p:spPr>
            <a:xfrm>
              <a:off x="1638979" y="1346155"/>
              <a:ext cx="3898215" cy="79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ea"/>
                  <a:ea typeface="+mj-ea"/>
                </a:rPr>
                <a:t>   01.</a:t>
              </a:r>
              <a:r>
                <a:rPr lang="zh-CN" altLang="en-US" sz="3200" dirty="0">
                  <a:latin typeface="+mj-ea"/>
                  <a:ea typeface="+mj-ea"/>
                </a:rPr>
                <a:t>背景与问题</a:t>
              </a:r>
              <a:endParaRPr lang="zh-CN" altLang="en-US" sz="3200" dirty="0">
                <a:latin typeface="+mj-ea"/>
                <a:ea typeface="+mj-ea"/>
              </a:endParaRPr>
            </a:p>
          </p:txBody>
        </p:sp>
        <p:sp>
          <p:nvSpPr>
            <p:cNvPr id="44" name="圆角矩形 51"/>
            <p:cNvSpPr/>
            <p:nvPr>
              <p:custDataLst>
                <p:tags r:id="rId13"/>
              </p:custDataLst>
            </p:nvPr>
          </p:nvSpPr>
          <p:spPr>
            <a:xfrm>
              <a:off x="1638979" y="2484392"/>
              <a:ext cx="3898215" cy="79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ea"/>
                  <a:ea typeface="+mj-ea"/>
                </a:rPr>
                <a:t>02.</a:t>
              </a:r>
              <a:r>
                <a:rPr lang="zh-CN" altLang="en-US" sz="3200" dirty="0">
                  <a:latin typeface="+mj-ea"/>
                  <a:ea typeface="+mj-ea"/>
                </a:rPr>
                <a:t>总体设计</a:t>
              </a:r>
              <a:endParaRPr lang="zh-CN" altLang="en-US" sz="3200" dirty="0">
                <a:latin typeface="+mj-ea"/>
                <a:ea typeface="+mj-ea"/>
              </a:endParaRPr>
            </a:p>
          </p:txBody>
        </p:sp>
        <p:sp>
          <p:nvSpPr>
            <p:cNvPr id="61" name="圆角矩形 54"/>
            <p:cNvSpPr/>
            <p:nvPr>
              <p:custDataLst>
                <p:tags r:id="rId14"/>
              </p:custDataLst>
            </p:nvPr>
          </p:nvSpPr>
          <p:spPr>
            <a:xfrm>
              <a:off x="1638979" y="3622629"/>
              <a:ext cx="3898215" cy="79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ea"/>
                  <a:ea typeface="+mj-ea"/>
                </a:rPr>
                <a:t>03.</a:t>
              </a:r>
              <a:r>
                <a:rPr lang="zh-CN" altLang="en-US" sz="3200" dirty="0">
                  <a:latin typeface="+mj-ea"/>
                  <a:ea typeface="+mj-ea"/>
                </a:rPr>
                <a:t>核心功能与机制</a:t>
              </a:r>
              <a:endParaRPr lang="zh-CN" altLang="en-US" sz="3200" dirty="0">
                <a:latin typeface="+mj-ea"/>
                <a:ea typeface="+mj-ea"/>
              </a:endParaRPr>
            </a:p>
          </p:txBody>
        </p:sp>
        <p:sp>
          <p:nvSpPr>
            <p:cNvPr id="65" name="圆角矩形 57"/>
            <p:cNvSpPr/>
            <p:nvPr>
              <p:custDataLst>
                <p:tags r:id="rId15"/>
              </p:custDataLst>
            </p:nvPr>
          </p:nvSpPr>
          <p:spPr>
            <a:xfrm>
              <a:off x="1638979" y="4760866"/>
              <a:ext cx="3898215" cy="79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ea"/>
                  <a:ea typeface="+mj-ea"/>
                </a:rPr>
                <a:t>04.</a:t>
              </a:r>
              <a:r>
                <a:rPr lang="zh-CN" altLang="en-US" sz="3200" dirty="0">
                  <a:latin typeface="+mj-ea"/>
                  <a:ea typeface="+mj-ea"/>
                </a:rPr>
                <a:t>真实演示</a:t>
              </a:r>
              <a:endParaRPr lang="zh-CN" altLang="en-US" sz="3200" dirty="0">
                <a:latin typeface="+mj-ea"/>
                <a:ea typeface="+mj-ea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393230" y="2497183"/>
            <a:ext cx="3381585" cy="1806176"/>
            <a:chOff x="6393230" y="2497183"/>
            <a:chExt cx="3381585" cy="1806176"/>
          </a:xfrm>
        </p:grpSpPr>
        <p:sp>
          <p:nvSpPr>
            <p:cNvPr id="67" name="文本框 66"/>
            <p:cNvSpPr txBox="1"/>
            <p:nvPr/>
          </p:nvSpPr>
          <p:spPr>
            <a:xfrm>
              <a:off x="6393230" y="2497183"/>
              <a:ext cx="2236510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10000"/>
                      </a:srgbClr>
                    </a:outerShdw>
                  </a:effectLst>
                  <a:latin typeface="+mj-ea"/>
                  <a:ea typeface="+mj-ea"/>
                </a:rPr>
                <a:t>目录</a:t>
              </a:r>
              <a:endParaRPr lang="zh-CN" altLang="en-US" sz="8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10000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6487210" y="3841694"/>
              <a:ext cx="32876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10000"/>
                      </a:srgbClr>
                    </a:outerShdw>
                  </a:effectLst>
                  <a:latin typeface="+mj-ea"/>
                  <a:ea typeface="+mj-ea"/>
                </a:rPr>
                <a:t>CONTNENTS</a:t>
              </a:r>
              <a:endParaRPr lang="zh-CN" altLang="en-US" sz="24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10000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  <p:sp>
        <p:nvSpPr>
          <p:cNvPr id="69" name="任意多边形: 形状 68"/>
          <p:cNvSpPr/>
          <p:nvPr/>
        </p:nvSpPr>
        <p:spPr>
          <a:xfrm rot="5400000">
            <a:off x="10792054" y="886845"/>
            <a:ext cx="829047" cy="292770"/>
          </a:xfrm>
          <a:custGeom>
            <a:avLst/>
            <a:gdLst>
              <a:gd name="csX0" fmla="*/ 1140900 w 1176900"/>
              <a:gd name="csY0" fmla="*/ 343610 h 415610"/>
              <a:gd name="csX1" fmla="*/ 1176900 w 1176900"/>
              <a:gd name="csY1" fmla="*/ 379610 h 415610"/>
              <a:gd name="csX2" fmla="*/ 1140900 w 1176900"/>
              <a:gd name="csY2" fmla="*/ 415610 h 415610"/>
              <a:gd name="csX3" fmla="*/ 1104900 w 1176900"/>
              <a:gd name="csY3" fmla="*/ 379610 h 415610"/>
              <a:gd name="csX4" fmla="*/ 1140900 w 1176900"/>
              <a:gd name="csY4" fmla="*/ 343610 h 415610"/>
              <a:gd name="csX5" fmla="*/ 919920 w 1176900"/>
              <a:gd name="csY5" fmla="*/ 343610 h 415610"/>
              <a:gd name="csX6" fmla="*/ 955920 w 1176900"/>
              <a:gd name="csY6" fmla="*/ 379610 h 415610"/>
              <a:gd name="csX7" fmla="*/ 919920 w 1176900"/>
              <a:gd name="csY7" fmla="*/ 415610 h 415610"/>
              <a:gd name="csX8" fmla="*/ 883920 w 1176900"/>
              <a:gd name="csY8" fmla="*/ 379610 h 415610"/>
              <a:gd name="csX9" fmla="*/ 919920 w 1176900"/>
              <a:gd name="csY9" fmla="*/ 343610 h 415610"/>
              <a:gd name="csX10" fmla="*/ 698940 w 1176900"/>
              <a:gd name="csY10" fmla="*/ 343610 h 415610"/>
              <a:gd name="csX11" fmla="*/ 734940 w 1176900"/>
              <a:gd name="csY11" fmla="*/ 379610 h 415610"/>
              <a:gd name="csX12" fmla="*/ 698940 w 1176900"/>
              <a:gd name="csY12" fmla="*/ 415610 h 415610"/>
              <a:gd name="csX13" fmla="*/ 662940 w 1176900"/>
              <a:gd name="csY13" fmla="*/ 379610 h 415610"/>
              <a:gd name="csX14" fmla="*/ 698940 w 1176900"/>
              <a:gd name="csY14" fmla="*/ 343610 h 415610"/>
              <a:gd name="csX15" fmla="*/ 477960 w 1176900"/>
              <a:gd name="csY15" fmla="*/ 343610 h 415610"/>
              <a:gd name="csX16" fmla="*/ 513960 w 1176900"/>
              <a:gd name="csY16" fmla="*/ 379610 h 415610"/>
              <a:gd name="csX17" fmla="*/ 477960 w 1176900"/>
              <a:gd name="csY17" fmla="*/ 415610 h 415610"/>
              <a:gd name="csX18" fmla="*/ 441960 w 1176900"/>
              <a:gd name="csY18" fmla="*/ 379610 h 415610"/>
              <a:gd name="csX19" fmla="*/ 477960 w 1176900"/>
              <a:gd name="csY19" fmla="*/ 343610 h 415610"/>
              <a:gd name="csX20" fmla="*/ 256980 w 1176900"/>
              <a:gd name="csY20" fmla="*/ 343610 h 415610"/>
              <a:gd name="csX21" fmla="*/ 292980 w 1176900"/>
              <a:gd name="csY21" fmla="*/ 379610 h 415610"/>
              <a:gd name="csX22" fmla="*/ 256980 w 1176900"/>
              <a:gd name="csY22" fmla="*/ 415610 h 415610"/>
              <a:gd name="csX23" fmla="*/ 220980 w 1176900"/>
              <a:gd name="csY23" fmla="*/ 379610 h 415610"/>
              <a:gd name="csX24" fmla="*/ 256980 w 1176900"/>
              <a:gd name="csY24" fmla="*/ 343610 h 415610"/>
              <a:gd name="csX25" fmla="*/ 36000 w 1176900"/>
              <a:gd name="csY25" fmla="*/ 343610 h 415610"/>
              <a:gd name="csX26" fmla="*/ 72000 w 1176900"/>
              <a:gd name="csY26" fmla="*/ 379610 h 415610"/>
              <a:gd name="csX27" fmla="*/ 36000 w 1176900"/>
              <a:gd name="csY27" fmla="*/ 415610 h 415610"/>
              <a:gd name="csX28" fmla="*/ 0 w 1176900"/>
              <a:gd name="csY28" fmla="*/ 379610 h 415610"/>
              <a:gd name="csX29" fmla="*/ 36000 w 1176900"/>
              <a:gd name="csY29" fmla="*/ 343610 h 415610"/>
              <a:gd name="csX30" fmla="*/ 1140900 w 1176900"/>
              <a:gd name="csY30" fmla="*/ 171805 h 415610"/>
              <a:gd name="csX31" fmla="*/ 1176900 w 1176900"/>
              <a:gd name="csY31" fmla="*/ 207805 h 415610"/>
              <a:gd name="csX32" fmla="*/ 1140900 w 1176900"/>
              <a:gd name="csY32" fmla="*/ 243805 h 415610"/>
              <a:gd name="csX33" fmla="*/ 1104900 w 1176900"/>
              <a:gd name="csY33" fmla="*/ 207805 h 415610"/>
              <a:gd name="csX34" fmla="*/ 1140900 w 1176900"/>
              <a:gd name="csY34" fmla="*/ 171805 h 415610"/>
              <a:gd name="csX35" fmla="*/ 919920 w 1176900"/>
              <a:gd name="csY35" fmla="*/ 171805 h 415610"/>
              <a:gd name="csX36" fmla="*/ 955920 w 1176900"/>
              <a:gd name="csY36" fmla="*/ 207805 h 415610"/>
              <a:gd name="csX37" fmla="*/ 919920 w 1176900"/>
              <a:gd name="csY37" fmla="*/ 243805 h 415610"/>
              <a:gd name="csX38" fmla="*/ 883920 w 1176900"/>
              <a:gd name="csY38" fmla="*/ 207805 h 415610"/>
              <a:gd name="csX39" fmla="*/ 919920 w 1176900"/>
              <a:gd name="csY39" fmla="*/ 171805 h 415610"/>
              <a:gd name="csX40" fmla="*/ 698940 w 1176900"/>
              <a:gd name="csY40" fmla="*/ 171805 h 415610"/>
              <a:gd name="csX41" fmla="*/ 734940 w 1176900"/>
              <a:gd name="csY41" fmla="*/ 207805 h 415610"/>
              <a:gd name="csX42" fmla="*/ 698940 w 1176900"/>
              <a:gd name="csY42" fmla="*/ 243805 h 415610"/>
              <a:gd name="csX43" fmla="*/ 662940 w 1176900"/>
              <a:gd name="csY43" fmla="*/ 207805 h 415610"/>
              <a:gd name="csX44" fmla="*/ 698940 w 1176900"/>
              <a:gd name="csY44" fmla="*/ 171805 h 415610"/>
              <a:gd name="csX45" fmla="*/ 477960 w 1176900"/>
              <a:gd name="csY45" fmla="*/ 171805 h 415610"/>
              <a:gd name="csX46" fmla="*/ 513960 w 1176900"/>
              <a:gd name="csY46" fmla="*/ 207805 h 415610"/>
              <a:gd name="csX47" fmla="*/ 477960 w 1176900"/>
              <a:gd name="csY47" fmla="*/ 243805 h 415610"/>
              <a:gd name="csX48" fmla="*/ 441960 w 1176900"/>
              <a:gd name="csY48" fmla="*/ 207805 h 415610"/>
              <a:gd name="csX49" fmla="*/ 477960 w 1176900"/>
              <a:gd name="csY49" fmla="*/ 171805 h 415610"/>
              <a:gd name="csX50" fmla="*/ 256980 w 1176900"/>
              <a:gd name="csY50" fmla="*/ 171805 h 415610"/>
              <a:gd name="csX51" fmla="*/ 292980 w 1176900"/>
              <a:gd name="csY51" fmla="*/ 207805 h 415610"/>
              <a:gd name="csX52" fmla="*/ 256980 w 1176900"/>
              <a:gd name="csY52" fmla="*/ 243805 h 415610"/>
              <a:gd name="csX53" fmla="*/ 220980 w 1176900"/>
              <a:gd name="csY53" fmla="*/ 207805 h 415610"/>
              <a:gd name="csX54" fmla="*/ 256980 w 1176900"/>
              <a:gd name="csY54" fmla="*/ 171805 h 415610"/>
              <a:gd name="csX55" fmla="*/ 36000 w 1176900"/>
              <a:gd name="csY55" fmla="*/ 171805 h 415610"/>
              <a:gd name="csX56" fmla="*/ 72000 w 1176900"/>
              <a:gd name="csY56" fmla="*/ 207805 h 415610"/>
              <a:gd name="csX57" fmla="*/ 36000 w 1176900"/>
              <a:gd name="csY57" fmla="*/ 243805 h 415610"/>
              <a:gd name="csX58" fmla="*/ 0 w 1176900"/>
              <a:gd name="csY58" fmla="*/ 207805 h 415610"/>
              <a:gd name="csX59" fmla="*/ 36000 w 1176900"/>
              <a:gd name="csY59" fmla="*/ 171805 h 415610"/>
              <a:gd name="csX60" fmla="*/ 1140900 w 1176900"/>
              <a:gd name="csY60" fmla="*/ 0 h 415610"/>
              <a:gd name="csX61" fmla="*/ 1176900 w 1176900"/>
              <a:gd name="csY61" fmla="*/ 36000 h 415610"/>
              <a:gd name="csX62" fmla="*/ 1140900 w 1176900"/>
              <a:gd name="csY62" fmla="*/ 72000 h 415610"/>
              <a:gd name="csX63" fmla="*/ 1104900 w 1176900"/>
              <a:gd name="csY63" fmla="*/ 36000 h 415610"/>
              <a:gd name="csX64" fmla="*/ 1140900 w 1176900"/>
              <a:gd name="csY64" fmla="*/ 0 h 415610"/>
              <a:gd name="csX65" fmla="*/ 919920 w 1176900"/>
              <a:gd name="csY65" fmla="*/ 0 h 415610"/>
              <a:gd name="csX66" fmla="*/ 955920 w 1176900"/>
              <a:gd name="csY66" fmla="*/ 36000 h 415610"/>
              <a:gd name="csX67" fmla="*/ 919920 w 1176900"/>
              <a:gd name="csY67" fmla="*/ 72000 h 415610"/>
              <a:gd name="csX68" fmla="*/ 883920 w 1176900"/>
              <a:gd name="csY68" fmla="*/ 36000 h 415610"/>
              <a:gd name="csX69" fmla="*/ 919920 w 1176900"/>
              <a:gd name="csY69" fmla="*/ 0 h 415610"/>
              <a:gd name="csX70" fmla="*/ 698940 w 1176900"/>
              <a:gd name="csY70" fmla="*/ 0 h 415610"/>
              <a:gd name="csX71" fmla="*/ 734940 w 1176900"/>
              <a:gd name="csY71" fmla="*/ 36000 h 415610"/>
              <a:gd name="csX72" fmla="*/ 698940 w 1176900"/>
              <a:gd name="csY72" fmla="*/ 72000 h 415610"/>
              <a:gd name="csX73" fmla="*/ 662940 w 1176900"/>
              <a:gd name="csY73" fmla="*/ 36000 h 415610"/>
              <a:gd name="csX74" fmla="*/ 698940 w 1176900"/>
              <a:gd name="csY74" fmla="*/ 0 h 415610"/>
              <a:gd name="csX75" fmla="*/ 477960 w 1176900"/>
              <a:gd name="csY75" fmla="*/ 0 h 415610"/>
              <a:gd name="csX76" fmla="*/ 513960 w 1176900"/>
              <a:gd name="csY76" fmla="*/ 36000 h 415610"/>
              <a:gd name="csX77" fmla="*/ 477960 w 1176900"/>
              <a:gd name="csY77" fmla="*/ 72000 h 415610"/>
              <a:gd name="csX78" fmla="*/ 441960 w 1176900"/>
              <a:gd name="csY78" fmla="*/ 36000 h 415610"/>
              <a:gd name="csX79" fmla="*/ 477960 w 1176900"/>
              <a:gd name="csY79" fmla="*/ 0 h 415610"/>
              <a:gd name="csX80" fmla="*/ 256980 w 1176900"/>
              <a:gd name="csY80" fmla="*/ 0 h 415610"/>
              <a:gd name="csX81" fmla="*/ 292980 w 1176900"/>
              <a:gd name="csY81" fmla="*/ 36000 h 415610"/>
              <a:gd name="csX82" fmla="*/ 256980 w 1176900"/>
              <a:gd name="csY82" fmla="*/ 72000 h 415610"/>
              <a:gd name="csX83" fmla="*/ 220980 w 1176900"/>
              <a:gd name="csY83" fmla="*/ 36000 h 415610"/>
              <a:gd name="csX84" fmla="*/ 256980 w 1176900"/>
              <a:gd name="csY84" fmla="*/ 0 h 415610"/>
              <a:gd name="csX85" fmla="*/ 36000 w 1176900"/>
              <a:gd name="csY85" fmla="*/ 0 h 415610"/>
              <a:gd name="csX86" fmla="*/ 72000 w 1176900"/>
              <a:gd name="csY86" fmla="*/ 36000 h 415610"/>
              <a:gd name="csX87" fmla="*/ 36000 w 1176900"/>
              <a:gd name="csY87" fmla="*/ 72000 h 415610"/>
              <a:gd name="csX88" fmla="*/ 0 w 1176900"/>
              <a:gd name="csY88" fmla="*/ 36000 h 415610"/>
              <a:gd name="csX89" fmla="*/ 36000 w 1176900"/>
              <a:gd name="csY89" fmla="*/ 0 h 415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1176900" h="415610">
                <a:moveTo>
                  <a:pt x="1140900" y="343610"/>
                </a:moveTo>
                <a:cubicBezTo>
                  <a:pt x="1160782" y="343610"/>
                  <a:pt x="1176900" y="359728"/>
                  <a:pt x="1176900" y="379610"/>
                </a:cubicBezTo>
                <a:cubicBezTo>
                  <a:pt x="1176900" y="399492"/>
                  <a:pt x="1160782" y="415610"/>
                  <a:pt x="1140900" y="415610"/>
                </a:cubicBezTo>
                <a:cubicBezTo>
                  <a:pt x="1121018" y="415610"/>
                  <a:pt x="1104900" y="399492"/>
                  <a:pt x="1104900" y="379610"/>
                </a:cubicBezTo>
                <a:cubicBezTo>
                  <a:pt x="1104900" y="359728"/>
                  <a:pt x="1121018" y="343610"/>
                  <a:pt x="1140900" y="343610"/>
                </a:cubicBezTo>
                <a:close/>
                <a:moveTo>
                  <a:pt x="919920" y="343610"/>
                </a:moveTo>
                <a:cubicBezTo>
                  <a:pt x="939802" y="343610"/>
                  <a:pt x="955920" y="359728"/>
                  <a:pt x="955920" y="379610"/>
                </a:cubicBezTo>
                <a:cubicBezTo>
                  <a:pt x="955920" y="399492"/>
                  <a:pt x="939802" y="415610"/>
                  <a:pt x="919920" y="415610"/>
                </a:cubicBezTo>
                <a:cubicBezTo>
                  <a:pt x="900038" y="415610"/>
                  <a:pt x="883920" y="399492"/>
                  <a:pt x="883920" y="379610"/>
                </a:cubicBezTo>
                <a:cubicBezTo>
                  <a:pt x="883920" y="359728"/>
                  <a:pt x="900038" y="343610"/>
                  <a:pt x="919920" y="343610"/>
                </a:cubicBezTo>
                <a:close/>
                <a:moveTo>
                  <a:pt x="698940" y="343610"/>
                </a:moveTo>
                <a:cubicBezTo>
                  <a:pt x="718822" y="343610"/>
                  <a:pt x="734940" y="359728"/>
                  <a:pt x="734940" y="379610"/>
                </a:cubicBezTo>
                <a:cubicBezTo>
                  <a:pt x="734940" y="399492"/>
                  <a:pt x="718822" y="415610"/>
                  <a:pt x="698940" y="415610"/>
                </a:cubicBezTo>
                <a:cubicBezTo>
                  <a:pt x="679058" y="415610"/>
                  <a:pt x="662940" y="399492"/>
                  <a:pt x="662940" y="379610"/>
                </a:cubicBezTo>
                <a:cubicBezTo>
                  <a:pt x="662940" y="359728"/>
                  <a:pt x="679058" y="343610"/>
                  <a:pt x="698940" y="343610"/>
                </a:cubicBezTo>
                <a:close/>
                <a:moveTo>
                  <a:pt x="477960" y="343610"/>
                </a:moveTo>
                <a:cubicBezTo>
                  <a:pt x="497842" y="343610"/>
                  <a:pt x="513960" y="359728"/>
                  <a:pt x="513960" y="379610"/>
                </a:cubicBezTo>
                <a:cubicBezTo>
                  <a:pt x="513960" y="399492"/>
                  <a:pt x="497842" y="415610"/>
                  <a:pt x="477960" y="415610"/>
                </a:cubicBezTo>
                <a:cubicBezTo>
                  <a:pt x="458078" y="415610"/>
                  <a:pt x="441960" y="399492"/>
                  <a:pt x="441960" y="379610"/>
                </a:cubicBezTo>
                <a:cubicBezTo>
                  <a:pt x="441960" y="359728"/>
                  <a:pt x="458078" y="343610"/>
                  <a:pt x="477960" y="343610"/>
                </a:cubicBezTo>
                <a:close/>
                <a:moveTo>
                  <a:pt x="256980" y="343610"/>
                </a:moveTo>
                <a:cubicBezTo>
                  <a:pt x="276862" y="343610"/>
                  <a:pt x="292980" y="359728"/>
                  <a:pt x="292980" y="379610"/>
                </a:cubicBezTo>
                <a:cubicBezTo>
                  <a:pt x="292980" y="399492"/>
                  <a:pt x="276862" y="415610"/>
                  <a:pt x="256980" y="415610"/>
                </a:cubicBezTo>
                <a:cubicBezTo>
                  <a:pt x="237098" y="415610"/>
                  <a:pt x="220980" y="399492"/>
                  <a:pt x="220980" y="379610"/>
                </a:cubicBezTo>
                <a:cubicBezTo>
                  <a:pt x="220980" y="359728"/>
                  <a:pt x="237098" y="343610"/>
                  <a:pt x="256980" y="343610"/>
                </a:cubicBezTo>
                <a:close/>
                <a:moveTo>
                  <a:pt x="36000" y="343610"/>
                </a:moveTo>
                <a:cubicBezTo>
                  <a:pt x="55882" y="343610"/>
                  <a:pt x="72000" y="359728"/>
                  <a:pt x="72000" y="379610"/>
                </a:cubicBezTo>
                <a:cubicBezTo>
                  <a:pt x="72000" y="399492"/>
                  <a:pt x="55882" y="415610"/>
                  <a:pt x="36000" y="415610"/>
                </a:cubicBezTo>
                <a:cubicBezTo>
                  <a:pt x="16118" y="415610"/>
                  <a:pt x="0" y="399492"/>
                  <a:pt x="0" y="379610"/>
                </a:cubicBezTo>
                <a:cubicBezTo>
                  <a:pt x="0" y="359728"/>
                  <a:pt x="16118" y="343610"/>
                  <a:pt x="36000" y="343610"/>
                </a:cubicBezTo>
                <a:close/>
                <a:moveTo>
                  <a:pt x="1140900" y="171805"/>
                </a:moveTo>
                <a:cubicBezTo>
                  <a:pt x="1160782" y="171805"/>
                  <a:pt x="1176900" y="187923"/>
                  <a:pt x="1176900" y="207805"/>
                </a:cubicBezTo>
                <a:cubicBezTo>
                  <a:pt x="1176900" y="227687"/>
                  <a:pt x="1160782" y="243805"/>
                  <a:pt x="1140900" y="243805"/>
                </a:cubicBezTo>
                <a:cubicBezTo>
                  <a:pt x="1121018" y="243805"/>
                  <a:pt x="1104900" y="227687"/>
                  <a:pt x="1104900" y="207805"/>
                </a:cubicBezTo>
                <a:cubicBezTo>
                  <a:pt x="1104900" y="187923"/>
                  <a:pt x="1121018" y="171805"/>
                  <a:pt x="1140900" y="171805"/>
                </a:cubicBezTo>
                <a:close/>
                <a:moveTo>
                  <a:pt x="919920" y="171805"/>
                </a:moveTo>
                <a:cubicBezTo>
                  <a:pt x="939802" y="171805"/>
                  <a:pt x="955920" y="187923"/>
                  <a:pt x="955920" y="207805"/>
                </a:cubicBezTo>
                <a:cubicBezTo>
                  <a:pt x="955920" y="227687"/>
                  <a:pt x="939802" y="243805"/>
                  <a:pt x="919920" y="243805"/>
                </a:cubicBezTo>
                <a:cubicBezTo>
                  <a:pt x="900038" y="243805"/>
                  <a:pt x="883920" y="227687"/>
                  <a:pt x="883920" y="207805"/>
                </a:cubicBezTo>
                <a:cubicBezTo>
                  <a:pt x="883920" y="187923"/>
                  <a:pt x="900038" y="171805"/>
                  <a:pt x="919920" y="171805"/>
                </a:cubicBezTo>
                <a:close/>
                <a:moveTo>
                  <a:pt x="698940" y="171805"/>
                </a:moveTo>
                <a:cubicBezTo>
                  <a:pt x="718822" y="171805"/>
                  <a:pt x="734940" y="187923"/>
                  <a:pt x="734940" y="207805"/>
                </a:cubicBezTo>
                <a:cubicBezTo>
                  <a:pt x="734940" y="227687"/>
                  <a:pt x="718822" y="243805"/>
                  <a:pt x="698940" y="243805"/>
                </a:cubicBezTo>
                <a:cubicBezTo>
                  <a:pt x="679058" y="243805"/>
                  <a:pt x="662940" y="227687"/>
                  <a:pt x="662940" y="207805"/>
                </a:cubicBezTo>
                <a:cubicBezTo>
                  <a:pt x="662940" y="187923"/>
                  <a:pt x="679058" y="171805"/>
                  <a:pt x="698940" y="171805"/>
                </a:cubicBezTo>
                <a:close/>
                <a:moveTo>
                  <a:pt x="477960" y="171805"/>
                </a:moveTo>
                <a:cubicBezTo>
                  <a:pt x="497842" y="171805"/>
                  <a:pt x="513960" y="187923"/>
                  <a:pt x="513960" y="207805"/>
                </a:cubicBezTo>
                <a:cubicBezTo>
                  <a:pt x="513960" y="227687"/>
                  <a:pt x="497842" y="243805"/>
                  <a:pt x="477960" y="243805"/>
                </a:cubicBezTo>
                <a:cubicBezTo>
                  <a:pt x="458078" y="243805"/>
                  <a:pt x="441960" y="227687"/>
                  <a:pt x="441960" y="207805"/>
                </a:cubicBezTo>
                <a:cubicBezTo>
                  <a:pt x="441960" y="187923"/>
                  <a:pt x="458078" y="171805"/>
                  <a:pt x="477960" y="171805"/>
                </a:cubicBezTo>
                <a:close/>
                <a:moveTo>
                  <a:pt x="256980" y="171805"/>
                </a:moveTo>
                <a:cubicBezTo>
                  <a:pt x="276862" y="171805"/>
                  <a:pt x="292980" y="187923"/>
                  <a:pt x="292980" y="207805"/>
                </a:cubicBezTo>
                <a:cubicBezTo>
                  <a:pt x="292980" y="227687"/>
                  <a:pt x="276862" y="243805"/>
                  <a:pt x="256980" y="243805"/>
                </a:cubicBezTo>
                <a:cubicBezTo>
                  <a:pt x="237098" y="243805"/>
                  <a:pt x="220980" y="227687"/>
                  <a:pt x="220980" y="207805"/>
                </a:cubicBezTo>
                <a:cubicBezTo>
                  <a:pt x="220980" y="187923"/>
                  <a:pt x="237098" y="171805"/>
                  <a:pt x="256980" y="171805"/>
                </a:cubicBezTo>
                <a:close/>
                <a:moveTo>
                  <a:pt x="36000" y="171805"/>
                </a:moveTo>
                <a:cubicBezTo>
                  <a:pt x="55882" y="171805"/>
                  <a:pt x="72000" y="187923"/>
                  <a:pt x="72000" y="207805"/>
                </a:cubicBezTo>
                <a:cubicBezTo>
                  <a:pt x="72000" y="227687"/>
                  <a:pt x="55882" y="243805"/>
                  <a:pt x="36000" y="243805"/>
                </a:cubicBezTo>
                <a:cubicBezTo>
                  <a:pt x="16118" y="243805"/>
                  <a:pt x="0" y="227687"/>
                  <a:pt x="0" y="207805"/>
                </a:cubicBezTo>
                <a:cubicBezTo>
                  <a:pt x="0" y="187923"/>
                  <a:pt x="16118" y="171805"/>
                  <a:pt x="36000" y="171805"/>
                </a:cubicBezTo>
                <a:close/>
                <a:moveTo>
                  <a:pt x="1140900" y="0"/>
                </a:moveTo>
                <a:cubicBezTo>
                  <a:pt x="1160782" y="0"/>
                  <a:pt x="1176900" y="16118"/>
                  <a:pt x="1176900" y="36000"/>
                </a:cubicBezTo>
                <a:cubicBezTo>
                  <a:pt x="1176900" y="55882"/>
                  <a:pt x="1160782" y="72000"/>
                  <a:pt x="1140900" y="72000"/>
                </a:cubicBezTo>
                <a:cubicBezTo>
                  <a:pt x="1121018" y="72000"/>
                  <a:pt x="1104900" y="55882"/>
                  <a:pt x="1104900" y="36000"/>
                </a:cubicBezTo>
                <a:cubicBezTo>
                  <a:pt x="1104900" y="16118"/>
                  <a:pt x="1121018" y="0"/>
                  <a:pt x="1140900" y="0"/>
                </a:cubicBezTo>
                <a:close/>
                <a:moveTo>
                  <a:pt x="919920" y="0"/>
                </a:moveTo>
                <a:cubicBezTo>
                  <a:pt x="939802" y="0"/>
                  <a:pt x="955920" y="16118"/>
                  <a:pt x="955920" y="36000"/>
                </a:cubicBezTo>
                <a:cubicBezTo>
                  <a:pt x="955920" y="55882"/>
                  <a:pt x="939802" y="72000"/>
                  <a:pt x="919920" y="72000"/>
                </a:cubicBezTo>
                <a:cubicBezTo>
                  <a:pt x="900038" y="72000"/>
                  <a:pt x="883920" y="55882"/>
                  <a:pt x="883920" y="36000"/>
                </a:cubicBezTo>
                <a:cubicBezTo>
                  <a:pt x="883920" y="16118"/>
                  <a:pt x="900038" y="0"/>
                  <a:pt x="919920" y="0"/>
                </a:cubicBezTo>
                <a:close/>
                <a:moveTo>
                  <a:pt x="698940" y="0"/>
                </a:moveTo>
                <a:cubicBezTo>
                  <a:pt x="718822" y="0"/>
                  <a:pt x="734940" y="16118"/>
                  <a:pt x="734940" y="36000"/>
                </a:cubicBezTo>
                <a:cubicBezTo>
                  <a:pt x="734940" y="55882"/>
                  <a:pt x="718822" y="72000"/>
                  <a:pt x="698940" y="72000"/>
                </a:cubicBezTo>
                <a:cubicBezTo>
                  <a:pt x="679058" y="72000"/>
                  <a:pt x="662940" y="55882"/>
                  <a:pt x="662940" y="36000"/>
                </a:cubicBezTo>
                <a:cubicBezTo>
                  <a:pt x="662940" y="16118"/>
                  <a:pt x="679058" y="0"/>
                  <a:pt x="698940" y="0"/>
                </a:cubicBezTo>
                <a:close/>
                <a:moveTo>
                  <a:pt x="477960" y="0"/>
                </a:moveTo>
                <a:cubicBezTo>
                  <a:pt x="497842" y="0"/>
                  <a:pt x="513960" y="16118"/>
                  <a:pt x="513960" y="36000"/>
                </a:cubicBezTo>
                <a:cubicBezTo>
                  <a:pt x="513960" y="55882"/>
                  <a:pt x="497842" y="72000"/>
                  <a:pt x="477960" y="72000"/>
                </a:cubicBezTo>
                <a:cubicBezTo>
                  <a:pt x="458078" y="72000"/>
                  <a:pt x="441960" y="55882"/>
                  <a:pt x="441960" y="36000"/>
                </a:cubicBezTo>
                <a:cubicBezTo>
                  <a:pt x="441960" y="16118"/>
                  <a:pt x="458078" y="0"/>
                  <a:pt x="477960" y="0"/>
                </a:cubicBezTo>
                <a:close/>
                <a:moveTo>
                  <a:pt x="256980" y="0"/>
                </a:moveTo>
                <a:cubicBezTo>
                  <a:pt x="276862" y="0"/>
                  <a:pt x="292980" y="16118"/>
                  <a:pt x="292980" y="36000"/>
                </a:cubicBezTo>
                <a:cubicBezTo>
                  <a:pt x="292980" y="55882"/>
                  <a:pt x="276862" y="72000"/>
                  <a:pt x="256980" y="72000"/>
                </a:cubicBezTo>
                <a:cubicBezTo>
                  <a:pt x="237098" y="72000"/>
                  <a:pt x="220980" y="55882"/>
                  <a:pt x="220980" y="36000"/>
                </a:cubicBezTo>
                <a:cubicBezTo>
                  <a:pt x="220980" y="16118"/>
                  <a:pt x="237098" y="0"/>
                  <a:pt x="256980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1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0" name="任意多边形: 形状 69"/>
          <p:cNvSpPr/>
          <p:nvPr/>
        </p:nvSpPr>
        <p:spPr>
          <a:xfrm rot="16200000" flipH="1" flipV="1">
            <a:off x="6546812" y="5654804"/>
            <a:ext cx="142875" cy="727812"/>
          </a:xfrm>
          <a:custGeom>
            <a:avLst/>
            <a:gdLst>
              <a:gd name="connsiteX0" fmla="*/ 0 w 243078"/>
              <a:gd name="connsiteY0" fmla="*/ 209550 h 1238250"/>
              <a:gd name="connsiteX1" fmla="*/ 243078 w 243078"/>
              <a:gd name="connsiteY1" fmla="*/ 209550 h 1238250"/>
              <a:gd name="connsiteX2" fmla="*/ 121539 w 243078"/>
              <a:gd name="connsiteY2" fmla="*/ 0 h 1238250"/>
              <a:gd name="connsiteX3" fmla="*/ 0 w 243078"/>
              <a:gd name="connsiteY3" fmla="*/ 552450 h 1238250"/>
              <a:gd name="connsiteX4" fmla="*/ 243078 w 243078"/>
              <a:gd name="connsiteY4" fmla="*/ 552450 h 1238250"/>
              <a:gd name="connsiteX5" fmla="*/ 121539 w 243078"/>
              <a:gd name="connsiteY5" fmla="*/ 342900 h 1238250"/>
              <a:gd name="connsiteX6" fmla="*/ 0 w 243078"/>
              <a:gd name="connsiteY6" fmla="*/ 895350 h 1238250"/>
              <a:gd name="connsiteX7" fmla="*/ 243078 w 243078"/>
              <a:gd name="connsiteY7" fmla="*/ 895350 h 1238250"/>
              <a:gd name="connsiteX8" fmla="*/ 121539 w 243078"/>
              <a:gd name="connsiteY8" fmla="*/ 685800 h 1238250"/>
              <a:gd name="connsiteX9" fmla="*/ 0 w 243078"/>
              <a:gd name="connsiteY9" fmla="*/ 1238250 h 1238250"/>
              <a:gd name="connsiteX10" fmla="*/ 243078 w 243078"/>
              <a:gd name="connsiteY10" fmla="*/ 1238250 h 1238250"/>
              <a:gd name="connsiteX11" fmla="*/ 121539 w 243078"/>
              <a:gd name="connsiteY11" fmla="*/ 102870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078" h="1238250">
                <a:moveTo>
                  <a:pt x="0" y="209550"/>
                </a:moveTo>
                <a:lnTo>
                  <a:pt x="243078" y="209550"/>
                </a:lnTo>
                <a:lnTo>
                  <a:pt x="121539" y="0"/>
                </a:lnTo>
                <a:close/>
                <a:moveTo>
                  <a:pt x="0" y="552450"/>
                </a:moveTo>
                <a:lnTo>
                  <a:pt x="243078" y="552450"/>
                </a:lnTo>
                <a:lnTo>
                  <a:pt x="121539" y="342900"/>
                </a:lnTo>
                <a:close/>
                <a:moveTo>
                  <a:pt x="0" y="895350"/>
                </a:moveTo>
                <a:lnTo>
                  <a:pt x="243078" y="895350"/>
                </a:lnTo>
                <a:lnTo>
                  <a:pt x="121539" y="685800"/>
                </a:lnTo>
                <a:close/>
                <a:moveTo>
                  <a:pt x="0" y="1238250"/>
                </a:moveTo>
                <a:lnTo>
                  <a:pt x="243078" y="1238250"/>
                </a:lnTo>
                <a:lnTo>
                  <a:pt x="121539" y="1028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16"/>
            </p:custDataLst>
          </p:nvPr>
        </p:nvSpPr>
        <p:spPr>
          <a:xfrm>
            <a:off x="1204114" y="5377770"/>
            <a:ext cx="84379" cy="81600"/>
          </a:xfrm>
          <a:prstGeom prst="ellipse">
            <a:avLst/>
          </a:prstGeom>
          <a:solidFill>
            <a:srgbClr val="15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7" name="椭圆 6"/>
          <p:cNvSpPr/>
          <p:nvPr>
            <p:custDataLst>
              <p:tags r:id="rId17"/>
            </p:custDataLst>
          </p:nvPr>
        </p:nvSpPr>
        <p:spPr>
          <a:xfrm>
            <a:off x="1146175" y="5324872"/>
            <a:ext cx="197717" cy="191207"/>
          </a:xfrm>
          <a:prstGeom prst="ellipse">
            <a:avLst/>
          </a:prstGeom>
          <a:solidFill>
            <a:srgbClr val="D3D5F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" name="圆角矩形 57"/>
          <p:cNvSpPr/>
          <p:nvPr>
            <p:custDataLst>
              <p:tags r:id="rId18"/>
            </p:custDataLst>
          </p:nvPr>
        </p:nvSpPr>
        <p:spPr>
          <a:xfrm>
            <a:off x="1638839" y="5044506"/>
            <a:ext cx="3898361" cy="76595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   05.</a:t>
            </a:r>
            <a:r>
              <a:rPr lang="zh-CN" altLang="en-US" sz="3200" dirty="0">
                <a:latin typeface="+mj-ea"/>
                <a:ea typeface="+mj-ea"/>
              </a:rPr>
              <a:t>交付与结论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14:flip dir="r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60" y="188390"/>
            <a:ext cx="2392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01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背景与问题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1361516" y="2026280"/>
            <a:ext cx="9087087" cy="0"/>
          </a:xfrm>
          <a:prstGeom prst="line">
            <a:avLst/>
          </a:prstGeom>
          <a:ln w="6350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78790" y="4083685"/>
            <a:ext cx="1983105" cy="19335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针对传统岗位分析中数据“时滞”、信息“噪音”及大模型“幻觉”三大核心问题，构建数据驱动的岗位能力动态演化与分析系统，还原真实人才市场需求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78790" y="3511550"/>
            <a:ext cx="1983105" cy="5378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项目定位</a:t>
            </a:r>
            <a:endParaRPr lang="zh-CN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任意多边形: 形状 36"/>
          <p:cNvSpPr/>
          <p:nvPr>
            <p:custDataLst>
              <p:tags r:id="rId4"/>
            </p:custDataLst>
          </p:nvPr>
        </p:nvSpPr>
        <p:spPr>
          <a:xfrm>
            <a:off x="72152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任意多边形: 形状 38"/>
          <p:cNvSpPr/>
          <p:nvPr>
            <p:custDataLst>
              <p:tags r:id="rId5"/>
            </p:custDataLst>
          </p:nvPr>
        </p:nvSpPr>
        <p:spPr>
          <a:xfrm>
            <a:off x="91297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2777490" y="4117975"/>
            <a:ext cx="1983105" cy="19196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 10,000 条真实爬取岗位与 110 项技能字典(69 项含别名)为底座，MySQL/ES/ChromaDB/Neo4j 四库协同，让岗位画像从真实数据中长出来。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任意多边形: 形状 36"/>
          <p:cNvSpPr/>
          <p:nvPr>
            <p:custDataLst>
              <p:tags r:id="rId7"/>
            </p:custDataLst>
          </p:nvPr>
        </p:nvSpPr>
        <p:spPr>
          <a:xfrm>
            <a:off x="302030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chemeClr val="accent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任意多边形: 形状 38"/>
          <p:cNvSpPr/>
          <p:nvPr>
            <p:custDataLst>
              <p:tags r:id="rId8"/>
            </p:custDataLst>
          </p:nvPr>
        </p:nvSpPr>
        <p:spPr>
          <a:xfrm>
            <a:off x="321175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rgbClr val="15A5F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2777570" y="3432762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真实数据底座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5076190" y="4117975"/>
            <a:ext cx="1983105" cy="19221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采集 → 新岗位发现与能力更新 → 图谱 → 简历解析 → 匹配与差距分析，全流程闭环，Docker 一键部署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任意多边形: 形状 36"/>
          <p:cNvSpPr/>
          <p:nvPr>
            <p:custDataLst>
              <p:tags r:id="rId11"/>
            </p:custDataLst>
          </p:nvPr>
        </p:nvSpPr>
        <p:spPr>
          <a:xfrm>
            <a:off x="531908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任意多边形: 形状 38"/>
          <p:cNvSpPr/>
          <p:nvPr>
            <p:custDataLst>
              <p:tags r:id="rId12"/>
            </p:custDataLst>
          </p:nvPr>
        </p:nvSpPr>
        <p:spPr>
          <a:xfrm>
            <a:off x="551053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5076350" y="3432762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全流程闭环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矩形 21"/>
          <p:cNvSpPr/>
          <p:nvPr>
            <p:custDataLst>
              <p:tags r:id="rId14"/>
            </p:custDataLst>
          </p:nvPr>
        </p:nvSpPr>
        <p:spPr>
          <a:xfrm>
            <a:off x="7374890" y="4117975"/>
            <a:ext cx="1983105" cy="21215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三项核心指标全部达标(≥90%)：JD 解析 91.9% / 简历提取 96.0% / 人岗匹配 Precision@5 90.8%，100 条 JD 测试用例支撑可验证性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矩形 22"/>
          <p:cNvSpPr/>
          <p:nvPr>
            <p:custDataLst>
              <p:tags r:id="rId15"/>
            </p:custDataLst>
          </p:nvPr>
        </p:nvSpPr>
        <p:spPr>
          <a:xfrm>
            <a:off x="7375130" y="3432762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评测达标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8" name="任意多边形: 形状 36"/>
          <p:cNvSpPr/>
          <p:nvPr>
            <p:custDataLst>
              <p:tags r:id="rId16"/>
            </p:custDataLst>
          </p:nvPr>
        </p:nvSpPr>
        <p:spPr>
          <a:xfrm>
            <a:off x="761786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chemeClr val="accent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任意多边形: 形状 38"/>
          <p:cNvSpPr/>
          <p:nvPr>
            <p:custDataLst>
              <p:tags r:id="rId17"/>
            </p:custDataLst>
          </p:nvPr>
        </p:nvSpPr>
        <p:spPr>
          <a:xfrm>
            <a:off x="780931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rgbClr val="15A5F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9674225" y="4083685"/>
            <a:ext cx="1983105" cy="195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对抗"时滞"：新兴技能发现闭环；对抗"噪音"：LLM 交叉验证(实证 8.1% 平台标签噪声)；对抗"幻觉"：六道防线层层拦截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5" name="矩形 24"/>
          <p:cNvSpPr/>
          <p:nvPr>
            <p:custDataLst>
              <p:tags r:id="rId19"/>
            </p:custDataLst>
          </p:nvPr>
        </p:nvSpPr>
        <p:spPr>
          <a:xfrm>
            <a:off x="9673910" y="3398574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任意多边形: 形状 36"/>
          <p:cNvSpPr/>
          <p:nvPr>
            <p:custDataLst>
              <p:tags r:id="rId20"/>
            </p:custDataLst>
          </p:nvPr>
        </p:nvSpPr>
        <p:spPr>
          <a:xfrm>
            <a:off x="991664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任意多边形: 形状 38"/>
          <p:cNvSpPr/>
          <p:nvPr>
            <p:custDataLst>
              <p:tags r:id="rId21"/>
            </p:custDataLst>
          </p:nvPr>
        </p:nvSpPr>
        <p:spPr>
          <a:xfrm>
            <a:off x="1010809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05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60" y="188390"/>
            <a:ext cx="2392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01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背景与问题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3065" y="96393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rgbClr val="5B9BD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一套系统，打通岗位能力分析全流程</a:t>
            </a:r>
            <a:endParaRPr lang="zh-CN" altLang="en-US" sz="2400" b="1">
              <a:solidFill>
                <a:srgbClr val="5B9BD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694421" y="1892618"/>
            <a:ext cx="1169670" cy="634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42" h="999">
                <a:moveTo>
                  <a:pt x="1057" y="0"/>
                </a:moveTo>
                <a:lnTo>
                  <a:pt x="1842" y="0"/>
                </a:lnTo>
                <a:lnTo>
                  <a:pt x="1842" y="291"/>
                </a:lnTo>
                <a:lnTo>
                  <a:pt x="1653" y="478"/>
                </a:lnTo>
                <a:lnTo>
                  <a:pt x="1842" y="478"/>
                </a:lnTo>
                <a:lnTo>
                  <a:pt x="1842" y="812"/>
                </a:lnTo>
                <a:lnTo>
                  <a:pt x="1643" y="999"/>
                </a:lnTo>
                <a:lnTo>
                  <a:pt x="989" y="999"/>
                </a:lnTo>
                <a:lnTo>
                  <a:pt x="1035" y="855"/>
                </a:lnTo>
                <a:lnTo>
                  <a:pt x="1576" y="855"/>
                </a:lnTo>
                <a:lnTo>
                  <a:pt x="1576" y="569"/>
                </a:lnTo>
                <a:lnTo>
                  <a:pt x="1033" y="569"/>
                </a:lnTo>
                <a:lnTo>
                  <a:pt x="1079" y="425"/>
                </a:lnTo>
                <a:lnTo>
                  <a:pt x="1576" y="425"/>
                </a:lnTo>
                <a:lnTo>
                  <a:pt x="1576" y="144"/>
                </a:lnTo>
                <a:lnTo>
                  <a:pt x="1011" y="144"/>
                </a:lnTo>
                <a:lnTo>
                  <a:pt x="1057" y="0"/>
                </a:lnTo>
                <a:close/>
                <a:moveTo>
                  <a:pt x="0" y="0"/>
                </a:moveTo>
                <a:lnTo>
                  <a:pt x="266" y="0"/>
                </a:lnTo>
                <a:lnTo>
                  <a:pt x="266" y="855"/>
                </a:lnTo>
                <a:lnTo>
                  <a:pt x="614" y="855"/>
                </a:lnTo>
                <a:lnTo>
                  <a:pt x="614" y="144"/>
                </a:lnTo>
                <a:lnTo>
                  <a:pt x="268" y="144"/>
                </a:lnTo>
                <a:lnTo>
                  <a:pt x="314" y="0"/>
                </a:lnTo>
                <a:lnTo>
                  <a:pt x="681" y="0"/>
                </a:lnTo>
                <a:lnTo>
                  <a:pt x="880" y="187"/>
                </a:lnTo>
                <a:lnTo>
                  <a:pt x="880" y="812"/>
                </a:lnTo>
                <a:lnTo>
                  <a:pt x="681" y="999"/>
                </a:lnTo>
                <a:lnTo>
                  <a:pt x="199" y="999"/>
                </a:lnTo>
                <a:lnTo>
                  <a:pt x="0" y="812"/>
                </a:lnTo>
                <a:lnTo>
                  <a:pt x="0" y="0"/>
                </a:lnTo>
                <a:close/>
              </a:path>
            </a:pathLst>
          </a:custGeom>
          <a:solidFill>
            <a:srgbClr val="376FFF">
              <a:alpha val="20000"/>
            </a:srgbClr>
          </a:solidFill>
          <a:ln w="9525" cap="flat" cmpd="sng" algn="ctr">
            <a:gradFill>
              <a:gsLst>
                <a:gs pos="0">
                  <a:srgbClr val="376FFF">
                    <a:alpha val="0"/>
                  </a:srgbClr>
                </a:gs>
                <a:gs pos="100000">
                  <a:srgbClr val="376FFF">
                    <a:alpha val="65000"/>
                  </a:srgbClr>
                </a:gs>
              </a:gsLst>
              <a:lin ang="16200000" scaled="1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855846" y="1892618"/>
            <a:ext cx="1190625" cy="634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5" h="999">
                <a:moveTo>
                  <a:pt x="1014" y="425"/>
                </a:moveTo>
                <a:lnTo>
                  <a:pt x="1280" y="425"/>
                </a:lnTo>
                <a:lnTo>
                  <a:pt x="1280" y="855"/>
                </a:lnTo>
                <a:lnTo>
                  <a:pt x="1875" y="855"/>
                </a:lnTo>
                <a:lnTo>
                  <a:pt x="1875" y="999"/>
                </a:lnTo>
                <a:lnTo>
                  <a:pt x="1014" y="999"/>
                </a:lnTo>
                <a:lnTo>
                  <a:pt x="1014" y="425"/>
                </a:lnTo>
                <a:close/>
                <a:moveTo>
                  <a:pt x="1048" y="0"/>
                </a:moveTo>
                <a:lnTo>
                  <a:pt x="1853" y="0"/>
                </a:lnTo>
                <a:lnTo>
                  <a:pt x="1853" y="381"/>
                </a:lnTo>
                <a:lnTo>
                  <a:pt x="1655" y="569"/>
                </a:lnTo>
                <a:lnTo>
                  <a:pt x="1282" y="569"/>
                </a:lnTo>
                <a:lnTo>
                  <a:pt x="1328" y="425"/>
                </a:lnTo>
                <a:lnTo>
                  <a:pt x="1587" y="425"/>
                </a:lnTo>
                <a:lnTo>
                  <a:pt x="1587" y="144"/>
                </a:lnTo>
                <a:lnTo>
                  <a:pt x="1002" y="144"/>
                </a:lnTo>
                <a:lnTo>
                  <a:pt x="1048" y="0"/>
                </a:lnTo>
                <a:close/>
                <a:moveTo>
                  <a:pt x="0" y="0"/>
                </a:moveTo>
                <a:lnTo>
                  <a:pt x="266" y="0"/>
                </a:lnTo>
                <a:lnTo>
                  <a:pt x="266" y="855"/>
                </a:lnTo>
                <a:lnTo>
                  <a:pt x="614" y="855"/>
                </a:lnTo>
                <a:lnTo>
                  <a:pt x="614" y="144"/>
                </a:lnTo>
                <a:lnTo>
                  <a:pt x="268" y="144"/>
                </a:lnTo>
                <a:lnTo>
                  <a:pt x="314" y="0"/>
                </a:lnTo>
                <a:lnTo>
                  <a:pt x="681" y="0"/>
                </a:lnTo>
                <a:lnTo>
                  <a:pt x="880" y="187"/>
                </a:lnTo>
                <a:lnTo>
                  <a:pt x="880" y="812"/>
                </a:lnTo>
                <a:lnTo>
                  <a:pt x="681" y="999"/>
                </a:lnTo>
                <a:lnTo>
                  <a:pt x="199" y="999"/>
                </a:lnTo>
                <a:lnTo>
                  <a:pt x="0" y="812"/>
                </a:lnTo>
                <a:lnTo>
                  <a:pt x="0" y="0"/>
                </a:lnTo>
                <a:close/>
              </a:path>
            </a:pathLst>
          </a:custGeom>
          <a:solidFill>
            <a:srgbClr val="376FFF">
              <a:alpha val="20000"/>
            </a:srgbClr>
          </a:solidFill>
          <a:ln w="9525" cap="flat" cmpd="sng" algn="ctr">
            <a:gradFill>
              <a:gsLst>
                <a:gs pos="0">
                  <a:srgbClr val="376FFF">
                    <a:alpha val="0"/>
                  </a:srgbClr>
                </a:gs>
                <a:gs pos="100000">
                  <a:srgbClr val="376FFF">
                    <a:alpha val="65000"/>
                  </a:srgbClr>
                </a:gs>
              </a:gsLst>
              <a:lin ang="16200000" scaled="1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021080" y="1891983"/>
            <a:ext cx="975360" cy="635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36" h="1001">
                <a:moveTo>
                  <a:pt x="0" y="1"/>
                </a:moveTo>
                <a:lnTo>
                  <a:pt x="266" y="1"/>
                </a:lnTo>
                <a:lnTo>
                  <a:pt x="266" y="857"/>
                </a:lnTo>
                <a:lnTo>
                  <a:pt x="613" y="857"/>
                </a:lnTo>
                <a:lnTo>
                  <a:pt x="613" y="145"/>
                </a:lnTo>
                <a:lnTo>
                  <a:pt x="268" y="145"/>
                </a:lnTo>
                <a:lnTo>
                  <a:pt x="314" y="1"/>
                </a:lnTo>
                <a:lnTo>
                  <a:pt x="681" y="1"/>
                </a:lnTo>
                <a:lnTo>
                  <a:pt x="880" y="189"/>
                </a:lnTo>
                <a:lnTo>
                  <a:pt x="880" y="814"/>
                </a:lnTo>
                <a:lnTo>
                  <a:pt x="681" y="1001"/>
                </a:lnTo>
                <a:lnTo>
                  <a:pt x="199" y="1001"/>
                </a:lnTo>
                <a:lnTo>
                  <a:pt x="0" y="814"/>
                </a:lnTo>
                <a:lnTo>
                  <a:pt x="0" y="1"/>
                </a:lnTo>
                <a:close/>
                <a:moveTo>
                  <a:pt x="1065" y="0"/>
                </a:moveTo>
                <a:lnTo>
                  <a:pt x="1411" y="0"/>
                </a:lnTo>
                <a:lnTo>
                  <a:pt x="1411" y="857"/>
                </a:lnTo>
                <a:lnTo>
                  <a:pt x="1536" y="857"/>
                </a:lnTo>
                <a:lnTo>
                  <a:pt x="1536" y="1001"/>
                </a:lnTo>
                <a:lnTo>
                  <a:pt x="989" y="1001"/>
                </a:lnTo>
                <a:lnTo>
                  <a:pt x="1035" y="857"/>
                </a:lnTo>
                <a:lnTo>
                  <a:pt x="1144" y="857"/>
                </a:lnTo>
                <a:lnTo>
                  <a:pt x="1144" y="144"/>
                </a:lnTo>
                <a:lnTo>
                  <a:pt x="1019" y="144"/>
                </a:lnTo>
                <a:lnTo>
                  <a:pt x="1065" y="0"/>
                </a:lnTo>
                <a:close/>
              </a:path>
            </a:pathLst>
          </a:custGeom>
          <a:solidFill>
            <a:srgbClr val="376FFF">
              <a:alpha val="20000"/>
            </a:srgbClr>
          </a:solidFill>
          <a:ln w="9525" cap="flat" cmpd="sng" algn="ctr">
            <a:gradFill>
              <a:gsLst>
                <a:gs pos="0">
                  <a:srgbClr val="376FFF">
                    <a:alpha val="0"/>
                  </a:srgbClr>
                </a:gs>
                <a:gs pos="100000">
                  <a:srgbClr val="376FFF">
                    <a:alpha val="65000"/>
                  </a:srgbClr>
                </a:gs>
              </a:gsLst>
              <a:lin ang="162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9" name="图片 38" descr="E:/设计图片素材/7968523_.jpg7968523_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021080" y="4622483"/>
            <a:ext cx="2879090" cy="15386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14" h="2074">
                <a:moveTo>
                  <a:pt x="233" y="0"/>
                </a:moveTo>
                <a:lnTo>
                  <a:pt x="3414" y="0"/>
                </a:lnTo>
                <a:lnTo>
                  <a:pt x="3414" y="1841"/>
                </a:lnTo>
                <a:lnTo>
                  <a:pt x="3181" y="2074"/>
                </a:lnTo>
                <a:lnTo>
                  <a:pt x="0" y="2074"/>
                </a:lnTo>
                <a:lnTo>
                  <a:pt x="0" y="233"/>
                </a:lnTo>
                <a:lnTo>
                  <a:pt x="233" y="0"/>
                </a:lnTo>
                <a:close/>
              </a:path>
            </a:pathLst>
          </a:custGeom>
          <a:solidFill>
            <a:srgbClr val="376FFF"/>
          </a:solidFill>
          <a:ln w="6350">
            <a:solidFill>
              <a:srgbClr val="376FFF">
                <a:alpha val="75000"/>
              </a:srgbClr>
            </a:solidFill>
          </a:ln>
        </p:spPr>
      </p:pic>
      <p:sp>
        <p:nvSpPr>
          <p:cNvPr id="455" name="任意多边形 454"/>
          <p:cNvSpPr/>
          <p:nvPr>
            <p:custDataLst>
              <p:tags r:id="rId6"/>
            </p:custDataLst>
          </p:nvPr>
        </p:nvSpPr>
        <p:spPr>
          <a:xfrm>
            <a:off x="1036955" y="6219508"/>
            <a:ext cx="1060450" cy="7175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rgbClr val="376FFF"/>
              </a:gs>
              <a:gs pos="100000">
                <a:srgbClr val="376FFF">
                  <a:alpha val="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466" name="直接连接符 465"/>
          <p:cNvCxnSpPr/>
          <p:nvPr>
            <p:custDataLst>
              <p:tags r:id="rId7"/>
            </p:custDataLst>
          </p:nvPr>
        </p:nvCxnSpPr>
        <p:spPr>
          <a:xfrm>
            <a:off x="1175385" y="4541203"/>
            <a:ext cx="1247775" cy="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467" name="直接连接符 466"/>
          <p:cNvCxnSpPr/>
          <p:nvPr>
            <p:custDataLst>
              <p:tags r:id="rId8"/>
            </p:custDataLst>
          </p:nvPr>
        </p:nvCxnSpPr>
        <p:spPr>
          <a:xfrm flipH="1">
            <a:off x="981076" y="4539933"/>
            <a:ext cx="196850" cy="17081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442" name="直接连接符 441"/>
          <p:cNvCxnSpPr/>
          <p:nvPr>
            <p:custDataLst>
              <p:tags r:id="rId9"/>
            </p:custDataLst>
          </p:nvPr>
        </p:nvCxnSpPr>
        <p:spPr>
          <a:xfrm>
            <a:off x="3122931" y="6244273"/>
            <a:ext cx="636270" cy="0"/>
          </a:xfrm>
          <a:prstGeom prst="line">
            <a:avLst/>
          </a:prstGeom>
          <a:noFill/>
          <a:ln w="6350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cxnSp>
        <p:nvCxnSpPr>
          <p:cNvPr id="443" name="直接连接符 442"/>
          <p:cNvCxnSpPr/>
          <p:nvPr>
            <p:custDataLst>
              <p:tags r:id="rId10"/>
            </p:custDataLst>
          </p:nvPr>
        </p:nvCxnSpPr>
        <p:spPr>
          <a:xfrm flipV="1">
            <a:off x="3755391" y="6069013"/>
            <a:ext cx="175260" cy="177165"/>
          </a:xfrm>
          <a:prstGeom prst="line">
            <a:avLst/>
          </a:prstGeom>
          <a:noFill/>
          <a:ln w="6350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1017270" y="3452813"/>
            <a:ext cx="2879725" cy="87566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10,000 条真实爬取岗位(数据分析/AI 算法/开发/测试等) + 110 项技能字典；爬虫独立服务 + 一键同步四库，数据随时更新，从源头解决数据"时滞"。</a:t>
            </a:r>
            <a:endParaRPr lang="zh-CN" altLang="en-US" sz="1200" kern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1017270" y="2830513"/>
            <a:ext cx="2879725" cy="5911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 kern="0">
                <a:solidFill>
                  <a:srgbClr val="88AAFF"/>
                </a:solidFill>
                <a:latin typeface="微软雅黑" panose="020B0503020204020204" charset="-122"/>
                <a:cs typeface="微软雅黑" panose="020B0503020204020204" charset="-122"/>
              </a:rPr>
              <a:t>数据底座：真实可信</a:t>
            </a:r>
            <a:endParaRPr lang="zh-CN" altLang="en-US" sz="1700" b="1" kern="0">
              <a:solidFill>
                <a:srgbClr val="88AA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任意多边形: 形状 66"/>
          <p:cNvSpPr/>
          <p:nvPr>
            <p:custDataLst>
              <p:tags r:id="rId13"/>
            </p:custDataLst>
          </p:nvPr>
        </p:nvSpPr>
        <p:spPr>
          <a:xfrm>
            <a:off x="817881" y="1768793"/>
            <a:ext cx="191770" cy="4267835"/>
          </a:xfrm>
          <a:custGeom>
            <a:avLst/>
            <a:gdLst>
              <a:gd name="connsiteX0" fmla="*/ 0 w 302"/>
              <a:gd name="connsiteY0" fmla="*/ 0 h 6721"/>
              <a:gd name="connsiteX1" fmla="*/ 0 w 302"/>
              <a:gd name="connsiteY1" fmla="*/ 6341 h 6721"/>
              <a:gd name="connsiteX2" fmla="*/ 302 w 302"/>
              <a:gd name="connsiteY2" fmla="*/ 6721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" h="6721">
                <a:moveTo>
                  <a:pt x="0" y="0"/>
                </a:moveTo>
                <a:lnTo>
                  <a:pt x="0" y="6341"/>
                </a:lnTo>
                <a:lnTo>
                  <a:pt x="302" y="6721"/>
                </a:lnTo>
              </a:path>
            </a:pathLst>
          </a:custGeom>
          <a:noFill/>
          <a:ln w="9525" cap="flat" cmpd="sng" algn="ctr">
            <a:gradFill>
              <a:gsLst>
                <a:gs pos="0">
                  <a:srgbClr val="376FFF">
                    <a:alpha val="30000"/>
                  </a:srgbClr>
                </a:gs>
                <a:gs pos="100000">
                  <a:srgbClr val="376FFF">
                    <a:alpha val="65000"/>
                  </a:srgbClr>
                </a:gs>
              </a:gsLst>
              <a:lin ang="16200000" scaled="1"/>
            </a:gradFill>
            <a:prstDash val="solid"/>
            <a:miter lim="800000"/>
            <a:tailEnd type="none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4" name="图片 53" descr="E:/设计图片素材/7965609_带键盘的机器人手.jpg7965609_带键盘的机器人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4862831" y="4622483"/>
            <a:ext cx="2879090" cy="15386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14" h="2074">
                <a:moveTo>
                  <a:pt x="233" y="0"/>
                </a:moveTo>
                <a:lnTo>
                  <a:pt x="3414" y="0"/>
                </a:lnTo>
                <a:lnTo>
                  <a:pt x="3414" y="1841"/>
                </a:lnTo>
                <a:lnTo>
                  <a:pt x="3181" y="2074"/>
                </a:lnTo>
                <a:lnTo>
                  <a:pt x="0" y="2074"/>
                </a:lnTo>
                <a:lnTo>
                  <a:pt x="0" y="233"/>
                </a:lnTo>
                <a:lnTo>
                  <a:pt x="233" y="0"/>
                </a:lnTo>
                <a:close/>
              </a:path>
            </a:pathLst>
          </a:custGeom>
          <a:solidFill>
            <a:srgbClr val="376FFF"/>
          </a:solidFill>
          <a:ln w="6350">
            <a:solidFill>
              <a:srgbClr val="376FFF">
                <a:alpha val="75000"/>
              </a:srgbClr>
            </a:solidFill>
          </a:ln>
        </p:spPr>
      </p:pic>
      <p:sp>
        <p:nvSpPr>
          <p:cNvPr id="55" name="任意多边形 54"/>
          <p:cNvSpPr/>
          <p:nvPr>
            <p:custDataLst>
              <p:tags r:id="rId16"/>
            </p:custDataLst>
          </p:nvPr>
        </p:nvSpPr>
        <p:spPr>
          <a:xfrm>
            <a:off x="4878706" y="6219508"/>
            <a:ext cx="1060450" cy="7175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rgbClr val="376FFF"/>
              </a:gs>
              <a:gs pos="100000">
                <a:srgbClr val="376FFF">
                  <a:alpha val="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57" name="直接连接符 56"/>
          <p:cNvCxnSpPr/>
          <p:nvPr>
            <p:custDataLst>
              <p:tags r:id="rId17"/>
            </p:custDataLst>
          </p:nvPr>
        </p:nvCxnSpPr>
        <p:spPr>
          <a:xfrm>
            <a:off x="5017136" y="4541203"/>
            <a:ext cx="1247775" cy="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58" name="直接连接符 57"/>
          <p:cNvCxnSpPr/>
          <p:nvPr>
            <p:custDataLst>
              <p:tags r:id="rId18"/>
            </p:custDataLst>
          </p:nvPr>
        </p:nvCxnSpPr>
        <p:spPr>
          <a:xfrm flipH="1">
            <a:off x="4822826" y="4539933"/>
            <a:ext cx="196850" cy="17081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60" name="直接连接符 59"/>
          <p:cNvCxnSpPr/>
          <p:nvPr>
            <p:custDataLst>
              <p:tags r:id="rId19"/>
            </p:custDataLst>
          </p:nvPr>
        </p:nvCxnSpPr>
        <p:spPr>
          <a:xfrm>
            <a:off x="6964681" y="6244273"/>
            <a:ext cx="636270" cy="0"/>
          </a:xfrm>
          <a:prstGeom prst="line">
            <a:avLst/>
          </a:prstGeom>
          <a:noFill/>
          <a:ln w="6350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cxnSp>
        <p:nvCxnSpPr>
          <p:cNvPr id="61" name="直接连接符 60"/>
          <p:cNvCxnSpPr/>
          <p:nvPr>
            <p:custDataLst>
              <p:tags r:id="rId20"/>
            </p:custDataLst>
          </p:nvPr>
        </p:nvCxnSpPr>
        <p:spPr>
          <a:xfrm flipV="1">
            <a:off x="7597141" y="6069013"/>
            <a:ext cx="175260" cy="177165"/>
          </a:xfrm>
          <a:prstGeom prst="line">
            <a:avLst/>
          </a:prstGeom>
          <a:noFill/>
          <a:ln w="6350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sp>
        <p:nvSpPr>
          <p:cNvPr id="19" name="任意多边形: 形状 66"/>
          <p:cNvSpPr/>
          <p:nvPr>
            <p:custDataLst>
              <p:tags r:id="rId21"/>
            </p:custDataLst>
          </p:nvPr>
        </p:nvSpPr>
        <p:spPr>
          <a:xfrm>
            <a:off x="4668521" y="1768793"/>
            <a:ext cx="191770" cy="4267835"/>
          </a:xfrm>
          <a:custGeom>
            <a:avLst/>
            <a:gdLst>
              <a:gd name="connsiteX0" fmla="*/ 0 w 302"/>
              <a:gd name="connsiteY0" fmla="*/ 0 h 6721"/>
              <a:gd name="connsiteX1" fmla="*/ 0 w 302"/>
              <a:gd name="connsiteY1" fmla="*/ 6341 h 6721"/>
              <a:gd name="connsiteX2" fmla="*/ 302 w 302"/>
              <a:gd name="connsiteY2" fmla="*/ 6721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" h="6721">
                <a:moveTo>
                  <a:pt x="0" y="0"/>
                </a:moveTo>
                <a:lnTo>
                  <a:pt x="0" y="6341"/>
                </a:lnTo>
                <a:lnTo>
                  <a:pt x="302" y="6721"/>
                </a:lnTo>
              </a:path>
            </a:pathLst>
          </a:custGeom>
          <a:noFill/>
          <a:ln w="9525" cap="flat" cmpd="sng" algn="ctr">
            <a:gradFill>
              <a:gsLst>
                <a:gs pos="0">
                  <a:srgbClr val="376FFF">
                    <a:alpha val="30000"/>
                  </a:srgbClr>
                </a:gs>
                <a:gs pos="100000">
                  <a:srgbClr val="376FFF">
                    <a:alpha val="65000"/>
                  </a:srgbClr>
                </a:gs>
              </a:gsLst>
              <a:lin ang="16200000" scaled="1"/>
            </a:gradFill>
            <a:prstDash val="solid"/>
            <a:miter lim="800000"/>
            <a:tailEnd type="none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65" name="图片 64" descr="E:/设计图片素材/7966031_.jpg7966031_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/>
          <a:stretch>
            <a:fillRect/>
          </a:stretch>
        </p:blipFill>
        <p:spPr>
          <a:xfrm>
            <a:off x="8701406" y="4622483"/>
            <a:ext cx="2879090" cy="15386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14" h="2074">
                <a:moveTo>
                  <a:pt x="233" y="0"/>
                </a:moveTo>
                <a:lnTo>
                  <a:pt x="3414" y="0"/>
                </a:lnTo>
                <a:lnTo>
                  <a:pt x="3414" y="1841"/>
                </a:lnTo>
                <a:lnTo>
                  <a:pt x="3181" y="2074"/>
                </a:lnTo>
                <a:lnTo>
                  <a:pt x="0" y="2074"/>
                </a:lnTo>
                <a:lnTo>
                  <a:pt x="0" y="233"/>
                </a:lnTo>
                <a:lnTo>
                  <a:pt x="233" y="0"/>
                </a:lnTo>
                <a:close/>
              </a:path>
            </a:pathLst>
          </a:custGeom>
          <a:solidFill>
            <a:srgbClr val="376FFF"/>
          </a:solidFill>
          <a:ln w="6350">
            <a:solidFill>
              <a:srgbClr val="376FFF">
                <a:alpha val="75000"/>
              </a:srgbClr>
            </a:solidFill>
          </a:ln>
        </p:spPr>
      </p:pic>
      <p:sp>
        <p:nvSpPr>
          <p:cNvPr id="66" name="任意多边形 65"/>
          <p:cNvSpPr/>
          <p:nvPr>
            <p:custDataLst>
              <p:tags r:id="rId24"/>
            </p:custDataLst>
          </p:nvPr>
        </p:nvSpPr>
        <p:spPr>
          <a:xfrm>
            <a:off x="8717281" y="6219508"/>
            <a:ext cx="1060450" cy="7175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rgbClr val="376FFF"/>
              </a:gs>
              <a:gs pos="100000">
                <a:srgbClr val="376FFF">
                  <a:alpha val="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" algn="ctr" rotWithShape="0">
              <a:srgbClr val="376FFF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68" name="直接连接符 67"/>
          <p:cNvCxnSpPr/>
          <p:nvPr>
            <p:custDataLst>
              <p:tags r:id="rId25"/>
            </p:custDataLst>
          </p:nvPr>
        </p:nvCxnSpPr>
        <p:spPr>
          <a:xfrm>
            <a:off x="8855711" y="4541203"/>
            <a:ext cx="1247775" cy="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69" name="直接连接符 68"/>
          <p:cNvCxnSpPr/>
          <p:nvPr>
            <p:custDataLst>
              <p:tags r:id="rId26"/>
            </p:custDataLst>
          </p:nvPr>
        </p:nvCxnSpPr>
        <p:spPr>
          <a:xfrm flipH="1">
            <a:off x="8661401" y="4539933"/>
            <a:ext cx="196850" cy="17081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71" name="直接连接符 70"/>
          <p:cNvCxnSpPr/>
          <p:nvPr>
            <p:custDataLst>
              <p:tags r:id="rId27"/>
            </p:custDataLst>
          </p:nvPr>
        </p:nvCxnSpPr>
        <p:spPr>
          <a:xfrm>
            <a:off x="10803256" y="6244273"/>
            <a:ext cx="636270" cy="0"/>
          </a:xfrm>
          <a:prstGeom prst="line">
            <a:avLst/>
          </a:prstGeom>
          <a:noFill/>
          <a:ln w="6350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cxnSp>
        <p:nvCxnSpPr>
          <p:cNvPr id="72" name="直接连接符 71"/>
          <p:cNvCxnSpPr/>
          <p:nvPr>
            <p:custDataLst>
              <p:tags r:id="rId28"/>
            </p:custDataLst>
          </p:nvPr>
        </p:nvCxnSpPr>
        <p:spPr>
          <a:xfrm flipV="1">
            <a:off x="11435716" y="6069013"/>
            <a:ext cx="175260" cy="177165"/>
          </a:xfrm>
          <a:prstGeom prst="line">
            <a:avLst/>
          </a:prstGeom>
          <a:noFill/>
          <a:ln w="6350" cap="flat" cmpd="sng" algn="ctr">
            <a:solidFill>
              <a:srgbClr val="376FFF"/>
            </a:solidFill>
            <a:prstDash val="solid"/>
            <a:miter lim="800000"/>
          </a:ln>
          <a:effectLst/>
        </p:spPr>
      </p:cxnSp>
      <p:sp>
        <p:nvSpPr>
          <p:cNvPr id="20" name="矩形 19"/>
          <p:cNvSpPr/>
          <p:nvPr>
            <p:custDataLst>
              <p:tags r:id="rId29"/>
            </p:custDataLst>
          </p:nvPr>
        </p:nvSpPr>
        <p:spPr>
          <a:xfrm>
            <a:off x="8694421" y="3452813"/>
            <a:ext cx="2879725" cy="87566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六道防线：证据约束、字典校验、别名精判(LLM 判定必须落在候选集内)、交叉验证、人工闭环、降级兜底——模型是工具而非权威。</a:t>
            </a:r>
            <a:endParaRPr lang="en-US" altLang="en-US" sz="1200" kern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5" name="任意多边形: 形状 66"/>
          <p:cNvSpPr/>
          <p:nvPr>
            <p:custDataLst>
              <p:tags r:id="rId30"/>
            </p:custDataLst>
          </p:nvPr>
        </p:nvSpPr>
        <p:spPr>
          <a:xfrm>
            <a:off x="8510271" y="1768793"/>
            <a:ext cx="191770" cy="4267835"/>
          </a:xfrm>
          <a:custGeom>
            <a:avLst/>
            <a:gdLst>
              <a:gd name="connsiteX0" fmla="*/ 0 w 302"/>
              <a:gd name="connsiteY0" fmla="*/ 0 h 6721"/>
              <a:gd name="connsiteX1" fmla="*/ 0 w 302"/>
              <a:gd name="connsiteY1" fmla="*/ 6341 h 6721"/>
              <a:gd name="connsiteX2" fmla="*/ 302 w 302"/>
              <a:gd name="connsiteY2" fmla="*/ 6721 h 6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" h="6721">
                <a:moveTo>
                  <a:pt x="0" y="0"/>
                </a:moveTo>
                <a:lnTo>
                  <a:pt x="0" y="6341"/>
                </a:lnTo>
                <a:lnTo>
                  <a:pt x="302" y="6721"/>
                </a:lnTo>
              </a:path>
            </a:pathLst>
          </a:custGeom>
          <a:noFill/>
          <a:ln w="9525" cap="flat" cmpd="sng" algn="ctr">
            <a:gradFill>
              <a:gsLst>
                <a:gs pos="0">
                  <a:srgbClr val="376FFF">
                    <a:alpha val="30000"/>
                  </a:srgbClr>
                </a:gs>
                <a:gs pos="100000">
                  <a:srgbClr val="376FFF">
                    <a:alpha val="65000"/>
                  </a:srgbClr>
                </a:gs>
              </a:gsLst>
              <a:lin ang="16200000" scaled="1"/>
            </a:gradFill>
            <a:prstDash val="solid"/>
            <a:miter lim="800000"/>
            <a:tailEnd type="none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1"/>
            </p:custDataLst>
          </p:nvPr>
        </p:nvCxnSpPr>
        <p:spPr>
          <a:xfrm>
            <a:off x="1183640" y="4466908"/>
            <a:ext cx="1247775" cy="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cxnSp>
        <p:nvCxnSpPr>
          <p:cNvPr id="22" name="直接连接符 21"/>
          <p:cNvCxnSpPr/>
          <p:nvPr>
            <p:custDataLst>
              <p:tags r:id="rId32"/>
            </p:custDataLst>
          </p:nvPr>
        </p:nvCxnSpPr>
        <p:spPr>
          <a:xfrm flipH="1">
            <a:off x="989331" y="4465638"/>
            <a:ext cx="196850" cy="17081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flat" cmpd="sng" algn="ctr">
            <a:solidFill>
              <a:srgbClr val="376FFF"/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sp>
        <p:nvSpPr>
          <p:cNvPr id="23" name="矩形 22"/>
          <p:cNvSpPr/>
          <p:nvPr>
            <p:custDataLst>
              <p:tags r:id="rId33"/>
            </p:custDataLst>
          </p:nvPr>
        </p:nvSpPr>
        <p:spPr>
          <a:xfrm>
            <a:off x="4779645" y="3251518"/>
            <a:ext cx="2879725" cy="87566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新兴技能"发现→榜单→转正→回溯"全自动闭环；新词转正即回溯历史 JD，既有岗位能力项自动新增，从出现到入库零改码。</a:t>
            </a:r>
            <a:endParaRPr lang="en-US" altLang="en-US" sz="1200" kern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矩形 23"/>
          <p:cNvSpPr/>
          <p:nvPr>
            <p:custDataLst>
              <p:tags r:id="rId34"/>
            </p:custDataLst>
          </p:nvPr>
        </p:nvSpPr>
        <p:spPr>
          <a:xfrm>
            <a:off x="4779645" y="2629218"/>
            <a:ext cx="2879725" cy="5911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 kern="0">
                <a:solidFill>
                  <a:srgbClr val="88AAFF"/>
                </a:solidFill>
                <a:latin typeface="微软雅黑" panose="020B0503020204020204" charset="-122"/>
                <a:cs typeface="微软雅黑" panose="020B0503020204020204" charset="-122"/>
              </a:rPr>
              <a:t>机制创新：闭环演化</a:t>
            </a:r>
            <a:endParaRPr lang="zh-CN" altLang="en-US" sz="1700" b="1" kern="0">
              <a:solidFill>
                <a:srgbClr val="88AA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35"/>
            </p:custDataLst>
          </p:nvPr>
        </p:nvSpPr>
        <p:spPr>
          <a:xfrm>
            <a:off x="8575675" y="2619058"/>
            <a:ext cx="2879725" cy="5911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 kern="0">
                <a:solidFill>
                  <a:srgbClr val="88AAFF"/>
                </a:solidFill>
                <a:latin typeface="微软雅黑" panose="020B0503020204020204" charset="-122"/>
                <a:cs typeface="微软雅黑" panose="020B0503020204020204" charset="-122"/>
              </a:rPr>
              <a:t>科学可信：幻觉防控</a:t>
            </a:r>
            <a:endParaRPr lang="zh-CN" altLang="en-US" sz="1700" b="1" kern="0">
              <a:solidFill>
                <a:srgbClr val="88AA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14:prism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02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总体设计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3" name="矩形标注 1"/>
          <p:cNvSpPr/>
          <p:nvPr>
            <p:custDataLst>
              <p:tags r:id="rId1"/>
            </p:custDataLst>
          </p:nvPr>
        </p:nvSpPr>
        <p:spPr>
          <a:xfrm>
            <a:off x="552450" y="3921124"/>
            <a:ext cx="2726690" cy="573405"/>
          </a:xfrm>
          <a:prstGeom prst="wedgeRectCallout">
            <a:avLst>
              <a:gd name="adj1" fmla="val -6450"/>
              <a:gd name="adj2" fmla="val 79125"/>
            </a:avLst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标注 2"/>
          <p:cNvSpPr/>
          <p:nvPr>
            <p:custDataLst>
              <p:tags r:id="rId2"/>
            </p:custDataLst>
          </p:nvPr>
        </p:nvSpPr>
        <p:spPr>
          <a:xfrm flipV="1">
            <a:off x="3339465" y="3921124"/>
            <a:ext cx="2726690" cy="573405"/>
          </a:xfrm>
          <a:prstGeom prst="wedgeRectCallout">
            <a:avLst>
              <a:gd name="adj1" fmla="val -6450"/>
              <a:gd name="adj2" fmla="val 79125"/>
            </a:avLst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矩形标注 3"/>
          <p:cNvSpPr/>
          <p:nvPr>
            <p:custDataLst>
              <p:tags r:id="rId3"/>
            </p:custDataLst>
          </p:nvPr>
        </p:nvSpPr>
        <p:spPr>
          <a:xfrm>
            <a:off x="6126480" y="3921124"/>
            <a:ext cx="2726690" cy="573405"/>
          </a:xfrm>
          <a:prstGeom prst="wedgeRectCallout">
            <a:avLst>
              <a:gd name="adj1" fmla="val -6450"/>
              <a:gd name="adj2" fmla="val 79125"/>
            </a:avLst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标注 4"/>
          <p:cNvSpPr/>
          <p:nvPr>
            <p:custDataLst>
              <p:tags r:id="rId4"/>
            </p:custDataLst>
          </p:nvPr>
        </p:nvSpPr>
        <p:spPr>
          <a:xfrm flipV="1">
            <a:off x="8913495" y="3921124"/>
            <a:ext cx="2726690" cy="573405"/>
          </a:xfrm>
          <a:prstGeom prst="wedgeRectCallout">
            <a:avLst>
              <a:gd name="adj1" fmla="val -6450"/>
              <a:gd name="adj2" fmla="val 79125"/>
            </a:avLst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22"/>
          <p:cNvSpPr txBox="1"/>
          <p:nvPr>
            <p:custDataLst>
              <p:tags r:id="rId5"/>
            </p:custDataLst>
          </p:nvPr>
        </p:nvSpPr>
        <p:spPr>
          <a:xfrm flipH="1">
            <a:off x="552450" y="4784093"/>
            <a:ext cx="2524125" cy="19761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前端展示层 (Nginx 承载)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Vue 3 + Element Plus + ECharts：数据大盘、岗位全景图谱、推荐、AI 顾问、数据管理等 14 个页面，Nginx 统一接入(80 端口)。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文本框 22"/>
          <p:cNvSpPr txBox="1"/>
          <p:nvPr>
            <p:custDataLst>
              <p:tags r:id="rId6"/>
            </p:custDataLst>
          </p:nvPr>
        </p:nvSpPr>
        <p:spPr>
          <a:xfrm flipH="1">
            <a:off x="2553335" y="2248535"/>
            <a:ext cx="4218940" cy="14376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4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路由网关层 (智能分发)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普通业务请求转发至 FastAPI 主后端(8000)；AI 顾问请求定向至独立 LLM 引擎(8001)——流量隔离、故障隔离，LLM 引擎异常不影响主站。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7" name="文本框 22"/>
          <p:cNvSpPr txBox="1"/>
          <p:nvPr>
            <p:custDataLst>
              <p:tags r:id="rId7"/>
            </p:custDataLst>
          </p:nvPr>
        </p:nvSpPr>
        <p:spPr>
          <a:xfrm flipH="1">
            <a:off x="8457565" y="2107565"/>
            <a:ext cx="3580130" cy="17068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4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数据与智能基座 (多源协同)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MySQL 主库 + ElasticSearch 全文检索(IK 分词) + ChromaDB 向量库 + Neo4j 知识图谱；一键同步管道幂等可重跑，重任务子进程隔离，同步期间网站照常可用。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文本框 22"/>
          <p:cNvSpPr txBox="1"/>
          <p:nvPr>
            <p:custDataLst>
              <p:tags r:id="rId8"/>
            </p:custDataLst>
          </p:nvPr>
        </p:nvSpPr>
        <p:spPr>
          <a:xfrm flipH="1">
            <a:off x="5612765" y="4784090"/>
            <a:ext cx="3227070" cy="19761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400" b="1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微服务业务层 (双端并行)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主后端：三段式推荐引擎、新岗位发现、新兴技能闭环、统计分析与图谱服务；LLM 引擎：简历解析 + 多智能体求职顾问，6 家大模型自动降级容灾。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 flipH="1">
            <a:off x="273050" y="4006215"/>
            <a:ext cx="3006725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前端交互层 (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Nginx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承载)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 flipH="1">
            <a:off x="3339465" y="4006215"/>
            <a:ext cx="2726055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路由网关层 (智能分发)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 flipH="1">
            <a:off x="6137910" y="4006215"/>
            <a:ext cx="2701925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微服务业务层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 flipH="1">
            <a:off x="8977630" y="4006215"/>
            <a:ext cx="2662555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数据与智能基座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4795" y="1430020"/>
            <a:ext cx="9627870" cy="889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四库协同一键同步：</a:t>
            </a:r>
            <a:r>
              <a:rPr lang="en-US" sz="160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爬虫数据 → MySQL 导入 → ES 重建 → 向量库构建 → 图谱重建(先从 MySQL 实时导出建图输入)，四步进度实时可见。</a:t>
            </a:r>
            <a:endParaRPr lang="en-US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4795" y="97155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rgbClr val="27AC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系统总体架构</a:t>
            </a:r>
            <a:endParaRPr lang="zh-CN" altLang="en-US" sz="2400" b="1">
              <a:solidFill>
                <a:srgbClr val="27AC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核心功能①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12" name="任意多边形: 形状 184"/>
          <p:cNvSpPr/>
          <p:nvPr>
            <p:custDataLst>
              <p:tags r:id="rId1"/>
            </p:custDataLst>
          </p:nvPr>
        </p:nvSpPr>
        <p:spPr>
          <a:xfrm>
            <a:off x="705803" y="2685733"/>
            <a:ext cx="10812780" cy="2778125"/>
          </a:xfrm>
          <a:custGeom>
            <a:avLst/>
            <a:gdLst>
              <a:gd name="connsiteX0" fmla="*/ 0 w 17028"/>
              <a:gd name="connsiteY0" fmla="*/ 0 h 4375"/>
              <a:gd name="connsiteX1" fmla="*/ 15934 w 17028"/>
              <a:gd name="connsiteY1" fmla="*/ 0 h 4375"/>
              <a:gd name="connsiteX2" fmla="*/ 17028 w 17028"/>
              <a:gd name="connsiteY2" fmla="*/ 1094 h 4375"/>
              <a:gd name="connsiteX3" fmla="*/ 17028 w 17028"/>
              <a:gd name="connsiteY3" fmla="*/ 1094 h 4375"/>
              <a:gd name="connsiteX4" fmla="*/ 15934 w 17028"/>
              <a:gd name="connsiteY4" fmla="*/ 2187 h 4375"/>
              <a:gd name="connsiteX5" fmla="*/ 1094 w 17028"/>
              <a:gd name="connsiteY5" fmla="*/ 2187 h 4375"/>
              <a:gd name="connsiteX6" fmla="*/ 0 w 17028"/>
              <a:gd name="connsiteY6" fmla="*/ 3281 h 4375"/>
              <a:gd name="connsiteX7" fmla="*/ 0 w 17028"/>
              <a:gd name="connsiteY7" fmla="*/ 3281 h 4375"/>
              <a:gd name="connsiteX8" fmla="*/ 1094 w 17028"/>
              <a:gd name="connsiteY8" fmla="*/ 4375 h 4375"/>
              <a:gd name="connsiteX9" fmla="*/ 16972 w 17028"/>
              <a:gd name="connsiteY9" fmla="*/ 4375 h 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28" h="4375">
                <a:moveTo>
                  <a:pt x="0" y="0"/>
                </a:moveTo>
                <a:lnTo>
                  <a:pt x="15934" y="0"/>
                </a:lnTo>
                <a:cubicBezTo>
                  <a:pt x="16538" y="0"/>
                  <a:pt x="17028" y="490"/>
                  <a:pt x="17028" y="1094"/>
                </a:cubicBezTo>
                <a:lnTo>
                  <a:pt x="17028" y="1094"/>
                </a:lnTo>
                <a:cubicBezTo>
                  <a:pt x="17028" y="1698"/>
                  <a:pt x="16538" y="2187"/>
                  <a:pt x="15934" y="2187"/>
                </a:cubicBezTo>
                <a:lnTo>
                  <a:pt x="1094" y="2187"/>
                </a:lnTo>
                <a:cubicBezTo>
                  <a:pt x="490" y="2187"/>
                  <a:pt x="0" y="2677"/>
                  <a:pt x="0" y="3281"/>
                </a:cubicBezTo>
                <a:lnTo>
                  <a:pt x="0" y="3281"/>
                </a:lnTo>
                <a:cubicBezTo>
                  <a:pt x="0" y="3885"/>
                  <a:pt x="490" y="4375"/>
                  <a:pt x="1094" y="4375"/>
                </a:cubicBezTo>
                <a:lnTo>
                  <a:pt x="16972" y="4375"/>
                </a:lnTo>
              </a:path>
            </a:pathLst>
          </a:custGeom>
          <a:noFill/>
          <a:ln w="101600" cap="rnd">
            <a:gradFill>
              <a:gsLst>
                <a:gs pos="0">
                  <a:srgbClr val="2C96F2">
                    <a:lumMod val="20000"/>
                    <a:lumOff val="80000"/>
                  </a:srgbClr>
                </a:gs>
                <a:gs pos="88000">
                  <a:srgbClr val="2C96F2"/>
                </a:gs>
              </a:gsLst>
              <a:lin ang="618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13" name="任意多边形: 形状 185"/>
          <p:cNvSpPr/>
          <p:nvPr>
            <p:custDataLst>
              <p:tags r:id="rId2"/>
            </p:custDataLst>
          </p:nvPr>
        </p:nvSpPr>
        <p:spPr>
          <a:xfrm>
            <a:off x="11323638" y="5281613"/>
            <a:ext cx="254107" cy="363413"/>
          </a:xfrm>
          <a:custGeom>
            <a:avLst/>
            <a:gdLst>
              <a:gd name="connsiteX0" fmla="*/ 245592 w 254107"/>
              <a:gd name="connsiteY0" fmla="*/ 164547 h 363413"/>
              <a:gd name="connsiteX1" fmla="*/ 34671 w 254107"/>
              <a:gd name="connsiteY1" fmla="*/ 4450 h 363413"/>
              <a:gd name="connsiteX2" fmla="*/ 0 w 254107"/>
              <a:gd name="connsiteY2" fmla="*/ 21672 h 363413"/>
              <a:gd name="connsiteX3" fmla="*/ 0 w 254107"/>
              <a:gd name="connsiteY3" fmla="*/ 341788 h 363413"/>
              <a:gd name="connsiteX4" fmla="*/ 34671 w 254107"/>
              <a:gd name="connsiteY4" fmla="*/ 359009 h 363413"/>
              <a:gd name="connsiteX5" fmla="*/ 245592 w 254107"/>
              <a:gd name="connsiteY5" fmla="*/ 198913 h 363413"/>
              <a:gd name="connsiteX6" fmla="*/ 245592 w 254107"/>
              <a:gd name="connsiteY6" fmla="*/ 164547 h 36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107" h="363413">
                <a:moveTo>
                  <a:pt x="245592" y="164547"/>
                </a:moveTo>
                <a:lnTo>
                  <a:pt x="34671" y="4450"/>
                </a:lnTo>
                <a:cubicBezTo>
                  <a:pt x="20422" y="-6370"/>
                  <a:pt x="0" y="3765"/>
                  <a:pt x="0" y="21672"/>
                </a:cubicBezTo>
                <a:lnTo>
                  <a:pt x="0" y="341788"/>
                </a:lnTo>
                <a:cubicBezTo>
                  <a:pt x="0" y="359619"/>
                  <a:pt x="20422" y="369753"/>
                  <a:pt x="34671" y="359009"/>
                </a:cubicBezTo>
                <a:lnTo>
                  <a:pt x="245592" y="198913"/>
                </a:lnTo>
                <a:cubicBezTo>
                  <a:pt x="256946" y="190302"/>
                  <a:pt x="256946" y="173234"/>
                  <a:pt x="245592" y="164547"/>
                </a:cubicBezTo>
                <a:close/>
              </a:path>
            </a:pathLst>
          </a:custGeom>
          <a:solidFill>
            <a:srgbClr val="2C96F2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254" name="任意多边形: 形状 253"/>
          <p:cNvSpPr/>
          <p:nvPr>
            <p:custDataLst>
              <p:tags r:id="rId3"/>
            </p:custDataLst>
          </p:nvPr>
        </p:nvSpPr>
        <p:spPr>
          <a:xfrm>
            <a:off x="614363" y="2540953"/>
            <a:ext cx="289255" cy="289255"/>
          </a:xfrm>
          <a:custGeom>
            <a:avLst/>
            <a:gdLst>
              <a:gd name="connsiteX0" fmla="*/ 289255 w 289255"/>
              <a:gd name="connsiteY0" fmla="*/ 144628 h 289255"/>
              <a:gd name="connsiteX1" fmla="*/ 144628 w 289255"/>
              <a:gd name="connsiteY1" fmla="*/ 289255 h 289255"/>
              <a:gd name="connsiteX2" fmla="*/ 0 w 289255"/>
              <a:gd name="connsiteY2" fmla="*/ 144628 h 289255"/>
              <a:gd name="connsiteX3" fmla="*/ 144628 w 289255"/>
              <a:gd name="connsiteY3" fmla="*/ 0 h 289255"/>
              <a:gd name="connsiteX4" fmla="*/ 289255 w 289255"/>
              <a:gd name="connsiteY4" fmla="*/ 144628 h 28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255" h="289255">
                <a:moveTo>
                  <a:pt x="289255" y="144628"/>
                </a:moveTo>
                <a:cubicBezTo>
                  <a:pt x="289255" y="224503"/>
                  <a:pt x="224503" y="289255"/>
                  <a:pt x="144628" y="289255"/>
                </a:cubicBezTo>
                <a:cubicBezTo>
                  <a:pt x="64752" y="289255"/>
                  <a:pt x="0" y="224503"/>
                  <a:pt x="0" y="144628"/>
                </a:cubicBezTo>
                <a:cubicBezTo>
                  <a:pt x="0" y="64752"/>
                  <a:pt x="64752" y="0"/>
                  <a:pt x="144628" y="0"/>
                </a:cubicBezTo>
                <a:cubicBezTo>
                  <a:pt x="224503" y="0"/>
                  <a:pt x="289255" y="64752"/>
                  <a:pt x="289255" y="144628"/>
                </a:cubicBezTo>
                <a:close/>
              </a:path>
            </a:pathLst>
          </a:custGeom>
          <a:solidFill>
            <a:srgbClr val="2C96F2">
              <a:lumMod val="40000"/>
              <a:lumOff val="6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 useBgFill="1">
        <p:nvSpPr>
          <p:cNvPr id="89" name="任意多边形: 形状 189"/>
          <p:cNvSpPr/>
          <p:nvPr>
            <p:custDataLst>
              <p:tags r:id="rId4"/>
            </p:custDataLst>
          </p:nvPr>
        </p:nvSpPr>
        <p:spPr>
          <a:xfrm>
            <a:off x="116046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16" name="任意多边形: 形状 189"/>
          <p:cNvSpPr/>
          <p:nvPr>
            <p:custDataLst>
              <p:tags r:id="rId5"/>
            </p:custDataLst>
          </p:nvPr>
        </p:nvSpPr>
        <p:spPr>
          <a:xfrm>
            <a:off x="116300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91" name="文本框 90"/>
          <p:cNvSpPr txBox="1"/>
          <p:nvPr>
            <p:custDataLst>
              <p:tags r:id="rId6"/>
            </p:custDataLst>
          </p:nvPr>
        </p:nvSpPr>
        <p:spPr>
          <a:xfrm>
            <a:off x="1379855" y="2257425"/>
            <a:ext cx="1899285" cy="4337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>
              <a:lnSpc>
                <a:spcPct val="110000"/>
              </a:lnSpc>
              <a:buClrTx/>
              <a:buSzTx/>
              <a:buFontTx/>
            </a:pPr>
            <a:r>
              <a:rPr lang="en-US" altLang="zh-CN" sz="24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r>
              <a:rPr lang="zh-CN" altLang="en-US" sz="24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第一步·起名</a:t>
            </a:r>
            <a:endParaRPr lang="zh-CN" altLang="en-US" sz="2400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7"/>
            </p:custDataLst>
          </p:nvPr>
        </p:nvSpPr>
        <p:spPr>
          <a:xfrm>
            <a:off x="1379538" y="2834958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取"需求飙升技能榜"Top10 + 近期职位标题抽样，LLM 归纳 3~5 个新兴岗位名；强制复用招聘标题原词，杜绝凭空臆造。</a:t>
            </a:r>
            <a:endParaRPr lang="en-US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 useBgFill="1">
        <p:nvSpPr>
          <p:cNvPr id="17" name="任意多边形: 形状 189"/>
          <p:cNvSpPr/>
          <p:nvPr>
            <p:custDataLst>
              <p:tags r:id="rId8"/>
            </p:custDataLst>
          </p:nvPr>
        </p:nvSpPr>
        <p:spPr>
          <a:xfrm>
            <a:off x="367633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19" name="任意多边形: 形状 189"/>
          <p:cNvSpPr/>
          <p:nvPr>
            <p:custDataLst>
              <p:tags r:id="rId9"/>
            </p:custDataLst>
          </p:nvPr>
        </p:nvSpPr>
        <p:spPr>
          <a:xfrm>
            <a:off x="367887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3895725" y="2257425"/>
            <a:ext cx="1899285" cy="4337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>
              <a:lnSpc>
                <a:spcPct val="110000"/>
              </a:lnSpc>
              <a:buClrTx/>
              <a:buSzTx/>
              <a:buFontTx/>
            </a:pPr>
            <a:r>
              <a:rPr lang="en-US" altLang="zh-CN" sz="24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r>
              <a:rPr lang="zh-CN" altLang="en-US" sz="24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第二步·取证</a:t>
            </a:r>
            <a:endParaRPr lang="zh-CN" altLang="en-US" sz="2400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3895408" y="2834958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对每个候选岗位名，用 ES 检索真实 JD 摘录作为证据输入——LLM 只做归纳，不做发明。</a:t>
            </a:r>
            <a:endParaRPr 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7320" indent="-147320" algn="just" fontAlgn="auto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 useBgFill="1">
        <p:nvSpPr>
          <p:cNvPr id="26" name="任意多边形: 形状 189"/>
          <p:cNvSpPr/>
          <p:nvPr>
            <p:custDataLst>
              <p:tags r:id="rId12"/>
            </p:custDataLst>
          </p:nvPr>
        </p:nvSpPr>
        <p:spPr>
          <a:xfrm>
            <a:off x="619220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27" name="任意多边形: 形状 189"/>
          <p:cNvSpPr/>
          <p:nvPr>
            <p:custDataLst>
              <p:tags r:id="rId13"/>
            </p:custDataLst>
          </p:nvPr>
        </p:nvSpPr>
        <p:spPr>
          <a:xfrm>
            <a:off x="619474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6411595" y="2257425"/>
            <a:ext cx="1899285" cy="4337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>
              <a:lnSpc>
                <a:spcPct val="110000"/>
              </a:lnSpc>
              <a:buClrTx/>
              <a:buSzTx/>
              <a:buFontTx/>
            </a:pPr>
            <a:r>
              <a:rPr lang="en-US" altLang="zh-CN" sz="24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r>
              <a:rPr lang="zh-CN" altLang="en-US" sz="24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第三步·画像</a:t>
            </a:r>
            <a:endParaRPr lang="zh-CN" altLang="en-US" sz="2400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5"/>
            </p:custDataLst>
          </p:nvPr>
        </p:nvSpPr>
        <p:spPr>
          <a:xfrm>
            <a:off x="6411278" y="2834958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生成岗位定义五要素：岗位名称、核心职责、必备技能、加分技能、典型行业应用场景——严格对标赛题要求。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 useBgFill="1">
        <p:nvSpPr>
          <p:cNvPr id="31" name="任意多边形: 形状 189"/>
          <p:cNvSpPr/>
          <p:nvPr>
            <p:custDataLst>
              <p:tags r:id="rId16"/>
            </p:custDataLst>
          </p:nvPr>
        </p:nvSpPr>
        <p:spPr>
          <a:xfrm>
            <a:off x="870807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32" name="任意多边形: 形状 189"/>
          <p:cNvSpPr/>
          <p:nvPr>
            <p:custDataLst>
              <p:tags r:id="rId17"/>
            </p:custDataLst>
          </p:nvPr>
        </p:nvSpPr>
        <p:spPr>
          <a:xfrm>
            <a:off x="8710613" y="176053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8928100" y="2257425"/>
            <a:ext cx="1899285" cy="4343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r>
              <a:rPr lang="zh-CN" altLang="en-US" sz="20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第四步·容错</a:t>
            </a:r>
            <a:endParaRPr lang="zh-CN" altLang="en-US" sz="2000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9"/>
            </p:custDataLst>
          </p:nvPr>
        </p:nvSpPr>
        <p:spPr>
          <a:xfrm>
            <a:off x="8927148" y="2834958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逐岗位独立事务，单个失败不影响整体；全局状态机 + 前端进度实时轮询，长任务不白屏。</a:t>
            </a:r>
            <a:endParaRPr lang="en-US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 useBgFill="1">
        <p:nvSpPr>
          <p:cNvPr id="36" name="任意多边形: 形状 189"/>
          <p:cNvSpPr/>
          <p:nvPr>
            <p:custDataLst>
              <p:tags r:id="rId20"/>
            </p:custDataLst>
          </p:nvPr>
        </p:nvSpPr>
        <p:spPr>
          <a:xfrm>
            <a:off x="2439353" y="452850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35" name="任意多边形: 形状 189"/>
          <p:cNvSpPr/>
          <p:nvPr>
            <p:custDataLst>
              <p:tags r:id="rId21"/>
            </p:custDataLst>
          </p:nvPr>
        </p:nvSpPr>
        <p:spPr>
          <a:xfrm>
            <a:off x="2441893" y="452850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22"/>
            </p:custDataLst>
          </p:nvPr>
        </p:nvSpPr>
        <p:spPr>
          <a:xfrm>
            <a:off x="2658745" y="4835525"/>
            <a:ext cx="1899285" cy="6235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 人工优化 </a:t>
            </a:r>
            <a:r>
              <a:rPr lang="zh-CN" altLang="en-US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第五步·修正</a:t>
            </a:r>
            <a:endParaRPr lang="zh-CN" altLang="en-US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3"/>
            </p:custDataLst>
          </p:nvPr>
        </p:nvSpPr>
        <p:spPr>
          <a:xfrm>
            <a:off x="2658428" y="5602923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管理员在线编辑任意岗位定义；人工修正过的岗位(source=manual)重新发现时不被覆盖。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 useBgFill="1">
        <p:nvSpPr>
          <p:cNvPr id="41" name="任意多边形: 形状 189"/>
          <p:cNvSpPr/>
          <p:nvPr>
            <p:custDataLst>
              <p:tags r:id="rId24"/>
            </p:custDataLst>
          </p:nvPr>
        </p:nvSpPr>
        <p:spPr>
          <a:xfrm>
            <a:off x="4955223" y="452850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42" name="任意多边形: 形状 189"/>
          <p:cNvSpPr/>
          <p:nvPr>
            <p:custDataLst>
              <p:tags r:id="rId25"/>
            </p:custDataLst>
          </p:nvPr>
        </p:nvSpPr>
        <p:spPr>
          <a:xfrm>
            <a:off x="4957763" y="452850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5174298" y="4681538"/>
            <a:ext cx="1899285" cy="7772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</a:t>
            </a:r>
            <a:r>
              <a:rPr lang="zh-CN" altLang="en-US" sz="20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结果落库与动态更新</a:t>
            </a:r>
            <a:endParaRPr lang="zh-CN" altLang="en-US" sz="2000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7"/>
            </p:custDataLst>
          </p:nvPr>
        </p:nvSpPr>
        <p:spPr>
          <a:xfrm>
            <a:off x="5174298" y="5602923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岗位定义入库并可触发新一轮发现，支持动态更新演化，贴合企业实际岗位需求。</a:t>
            </a:r>
            <a:endParaRPr 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47320" indent="-147320" algn="just" fontAlgn="auto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 useBgFill="1">
        <p:nvSpPr>
          <p:cNvPr id="46" name="任意多边形: 形状 189"/>
          <p:cNvSpPr/>
          <p:nvPr>
            <p:custDataLst>
              <p:tags r:id="rId28"/>
            </p:custDataLst>
          </p:nvPr>
        </p:nvSpPr>
        <p:spPr>
          <a:xfrm>
            <a:off x="7471093" y="452850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rgbClr val="2C96F2">
                <a:alpha val="20000"/>
              </a:srgbClr>
            </a:solidFill>
            <a:prstDash val="solid"/>
            <a:miter/>
          </a:ln>
          <a:effectLst>
            <a:outerShdw blurRad="152400" dist="38100" dir="1200000" algn="t" rotWithShape="0">
              <a:srgbClr val="2C96F2">
                <a:alpha val="34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charset="-122"/>
            </a:endParaRPr>
          </a:p>
        </p:txBody>
      </p:sp>
      <p:sp>
        <p:nvSpPr>
          <p:cNvPr id="48" name="任意多边形: 形状 189"/>
          <p:cNvSpPr/>
          <p:nvPr>
            <p:custDataLst>
              <p:tags r:id="rId29"/>
            </p:custDataLst>
          </p:nvPr>
        </p:nvSpPr>
        <p:spPr>
          <a:xfrm>
            <a:off x="7473633" y="452850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30"/>
            </p:custDataLst>
          </p:nvPr>
        </p:nvSpPr>
        <p:spPr>
          <a:xfrm>
            <a:off x="7773670" y="4681855"/>
            <a:ext cx="1662430" cy="7772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</a:t>
            </a:r>
            <a:r>
              <a:rPr lang="zh-CN" altLang="en-US" sz="2000" b="1">
                <a:solidFill>
                  <a:srgbClr val="2C9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附·生成示例</a:t>
            </a:r>
            <a:endParaRPr lang="zh-CN" altLang="en-US" sz="2000" b="1">
              <a:solidFill>
                <a:srgbClr val="2C9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1"/>
            </p:custDataLst>
          </p:nvPr>
        </p:nvSpPr>
        <p:spPr>
          <a:xfrm>
            <a:off x="7690168" y="5602923"/>
            <a:ext cx="1899285" cy="642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生成结果自动接受核验式抽检，异常定义进入人工修正队列</a:t>
            </a:r>
            <a:endParaRPr lang="en-US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5" name="AutoShape 27"/>
          <p:cNvSpPr/>
          <p:nvPr/>
        </p:nvSpPr>
        <p:spPr>
          <a:xfrm>
            <a:off x="264795" y="97282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六步流水线 + 核验抽检</a:t>
            </a:r>
            <a:endParaRPr lang="zh-CN" altLang="en-US" sz="2400" b="1" i="0" u="none" strike="noStrike">
              <a:solidFill>
                <a:srgbClr val="2038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5" name="Picture 254" descr="img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909435" y="-53340"/>
            <a:ext cx="2526665" cy="163957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480185" y="2217420"/>
            <a:ext cx="2100580" cy="4584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技能需求演化：</a:t>
            </a:r>
            <a:endParaRPr lang="zh-CN" altLang="en-US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29540" y="2676525"/>
            <a:ext cx="3451225" cy="1140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月度趋势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多线图</a:t>
            </a:r>
            <a:endParaRPr lang="en-US" altLang="zh-CN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任选多个技能绘制月度需求量折线，直观呈现岗位方向的能力要求如何随时间此消彼长，为能力更新提供数据依据。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3"/>
            </p:custDataLst>
          </p:nvPr>
        </p:nvCxnSpPr>
        <p:spPr>
          <a:xfrm>
            <a:off x="1479726" y="2603665"/>
            <a:ext cx="2100725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397883" y="4314720"/>
            <a:ext cx="3182449" cy="4251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转正回溯：</a:t>
            </a:r>
            <a:endParaRPr lang="zh-CN" altLang="en-US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130175" y="4773930"/>
            <a:ext cx="3450590" cy="16389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两级自动回溯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新词(如 AIGC)经管理员确认转正后，自动扫描历史 JD 补技能关联、简历同步补标签——既有岗位能力项自动"新增"，每条都有 JD 原文可溯。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9" name="直接箭头连接符 18"/>
          <p:cNvCxnSpPr/>
          <p:nvPr>
            <p:custDataLst>
              <p:tags r:id="rId6"/>
            </p:custDataLst>
          </p:nvPr>
        </p:nvCxnSpPr>
        <p:spPr>
          <a:xfrm>
            <a:off x="1479726" y="4701004"/>
            <a:ext cx="210072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7"/>
            </p:custDataLst>
          </p:nvPr>
        </p:nvSpPr>
        <p:spPr>
          <a:xfrm>
            <a:off x="8498265" y="2239564"/>
            <a:ext cx="3161828" cy="4251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人工闭环：</a:t>
            </a:r>
            <a:endParaRPr lang="zh-CN" altLang="en-US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8"/>
            </p:custDataLst>
          </p:nvPr>
        </p:nvCxnSpPr>
        <p:spPr>
          <a:xfrm flipH="1">
            <a:off x="8498265" y="2602988"/>
            <a:ext cx="210072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8498265" y="4325473"/>
            <a:ext cx="3161827" cy="4251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闭环驱动：</a:t>
            </a:r>
            <a:endParaRPr lang="zh-CN" altLang="en-US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cxnSp>
        <p:nvCxnSpPr>
          <p:cNvPr id="23" name="直接箭头连接符 22"/>
          <p:cNvCxnSpPr/>
          <p:nvPr>
            <p:custDataLst>
              <p:tags r:id="rId10"/>
            </p:custDataLst>
          </p:nvPr>
        </p:nvCxnSpPr>
        <p:spPr>
          <a:xfrm flipH="1">
            <a:off x="8498265" y="4700327"/>
            <a:ext cx="2100725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5" descr="343435383036303b343532343134393bcdb7c4d4b7e7b1a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74772" y="4677986"/>
            <a:ext cx="598466" cy="598466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31" name="图片 9" descr="343435383038363b343532323339323bc6b7c5c6b9dcc0ed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87879" y="2523102"/>
            <a:ext cx="599820" cy="59982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32" name="图片 18" descr="343435383036303b343532343136323bcfeec4bfc9fac3fcd6dcc6da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01419" y="4690172"/>
            <a:ext cx="574094" cy="574094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sp>
        <p:nvSpPr>
          <p:cNvPr id="33" name="矩形 32"/>
          <p:cNvSpPr/>
          <p:nvPr>
            <p:custDataLst>
              <p:tags r:id="rId20"/>
            </p:custDataLst>
          </p:nvPr>
        </p:nvSpPr>
        <p:spPr>
          <a:xfrm>
            <a:off x="8498205" y="2676525"/>
            <a:ext cx="3562350" cy="14046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岗位能力</a:t>
            </a:r>
            <a:endParaRPr lang="en-US" altLang="zh-CN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能力项的修改与删除由人工修正入口承担，更新说明与数据源(JD 原文)全程可溯；人工结果不被自动流程覆盖，热门技能每次同步动态重算。</a:t>
            </a:r>
            <a:endParaRPr lang="en-US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4" name="矩形 33"/>
          <p:cNvSpPr/>
          <p:nvPr>
            <p:custDataLst>
              <p:tags r:id="rId21"/>
            </p:custDataLst>
          </p:nvPr>
        </p:nvSpPr>
        <p:spPr>
          <a:xfrm>
            <a:off x="8498205" y="4773930"/>
            <a:ext cx="324231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新兴技能闭环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发现→榜单→转正→回溯→生效全闭环，市场上刚冒头的技能进入分析体系，无需改一行代码、无需发版。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3365" y="94869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rgbClr val="0B50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核心功能②：既有</a:t>
            </a:r>
            <a:r>
              <a:rPr lang="en-US" altLang="zh-CN" sz="2400" b="1">
                <a:solidFill>
                  <a:srgbClr val="0B50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岗位能力</a:t>
            </a:r>
            <a:r>
              <a:rPr lang="zh-CN" altLang="en-US" sz="2400" b="1">
                <a:solidFill>
                  <a:srgbClr val="0B50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动态更新</a:t>
            </a:r>
            <a:endParaRPr lang="zh-CN" altLang="en-US" sz="2400" b="1">
              <a:solidFill>
                <a:srgbClr val="0B509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03320" y="2442210"/>
            <a:ext cx="4608195" cy="157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39287" y="4055427"/>
            <a:ext cx="914400" cy="914400"/>
          </a:xfrm>
          <a:prstGeom prst="ellipse">
            <a:avLst/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奔跑"/>
          <p:cNvSpPr/>
          <p:nvPr/>
        </p:nvSpPr>
        <p:spPr bwMode="auto">
          <a:xfrm rot="19080000">
            <a:off x="4721860" y="2798127"/>
            <a:ext cx="1913255" cy="1790065"/>
          </a:xfrm>
          <a:custGeom>
            <a:avLst/>
            <a:gdLst>
              <a:gd name="T0" fmla="*/ 803970 w 12269552"/>
              <a:gd name="T1" fmla="*/ 262762 h 11753851"/>
              <a:gd name="T2" fmla="*/ 1171916 w 12269552"/>
              <a:gd name="T3" fmla="*/ 262762 h 11753851"/>
              <a:gd name="T4" fmla="*/ 1241319 w 12269552"/>
              <a:gd name="T5" fmla="*/ 290855 h 11753851"/>
              <a:gd name="T6" fmla="*/ 1475966 w 12269552"/>
              <a:gd name="T7" fmla="*/ 525518 h 11753851"/>
              <a:gd name="T8" fmla="*/ 1670404 w 12269552"/>
              <a:gd name="T9" fmla="*/ 331067 h 11753851"/>
              <a:gd name="T10" fmla="*/ 1721079 w 12269552"/>
              <a:gd name="T11" fmla="*/ 312889 h 11753851"/>
              <a:gd name="T12" fmla="*/ 1800397 w 12269552"/>
              <a:gd name="T13" fmla="*/ 391661 h 11753851"/>
              <a:gd name="T14" fmla="*/ 1782220 w 12269552"/>
              <a:gd name="T15" fmla="*/ 441238 h 11753851"/>
              <a:gd name="T16" fmla="*/ 1547572 w 12269552"/>
              <a:gd name="T17" fmla="*/ 678105 h 11753851"/>
              <a:gd name="T18" fmla="*/ 1419232 w 12269552"/>
              <a:gd name="T19" fmla="*/ 688571 h 11753851"/>
              <a:gd name="T20" fmla="*/ 1275469 w 12269552"/>
              <a:gd name="T21" fmla="*/ 544247 h 11753851"/>
              <a:gd name="T22" fmla="*/ 1050185 w 12269552"/>
              <a:gd name="T23" fmla="*/ 804250 h 11753851"/>
              <a:gd name="T24" fmla="*/ 1256190 w 12269552"/>
              <a:gd name="T25" fmla="*/ 1010268 h 11753851"/>
              <a:gd name="T26" fmla="*/ 1274918 w 12269552"/>
              <a:gd name="T27" fmla="*/ 1130905 h 11753851"/>
              <a:gd name="T28" fmla="*/ 1159247 w 12269552"/>
              <a:gd name="T29" fmla="*/ 1646503 h 11753851"/>
              <a:gd name="T30" fmla="*/ 1063405 w 12269552"/>
              <a:gd name="T31" fmla="*/ 1724724 h 11753851"/>
              <a:gd name="T32" fmla="*/ 965360 w 12269552"/>
              <a:gd name="T33" fmla="*/ 1626672 h 11753851"/>
              <a:gd name="T34" fmla="*/ 968114 w 12269552"/>
              <a:gd name="T35" fmla="*/ 1601884 h 11753851"/>
              <a:gd name="T36" fmla="*/ 1063405 w 12269552"/>
              <a:gd name="T37" fmla="*/ 1179380 h 11753851"/>
              <a:gd name="T38" fmla="*/ 828757 w 12269552"/>
              <a:gd name="T39" fmla="*/ 951327 h 11753851"/>
              <a:gd name="T40" fmla="*/ 627709 w 12269552"/>
              <a:gd name="T41" fmla="*/ 1176075 h 11753851"/>
              <a:gd name="T42" fmla="*/ 508182 w 12269552"/>
              <a:gd name="T43" fmla="*/ 1213533 h 11753851"/>
              <a:gd name="T44" fmla="*/ 100027 w 12269552"/>
              <a:gd name="T45" fmla="*/ 1214084 h 11753851"/>
              <a:gd name="T46" fmla="*/ 2533 w 12269552"/>
              <a:gd name="T47" fmla="*/ 1137515 h 11753851"/>
              <a:gd name="T48" fmla="*/ 75791 w 12269552"/>
              <a:gd name="T49" fmla="*/ 1020735 h 11753851"/>
              <a:gd name="T50" fmla="*/ 100578 w 12269552"/>
              <a:gd name="T51" fmla="*/ 1018531 h 11753851"/>
              <a:gd name="T52" fmla="*/ 451999 w 12269552"/>
              <a:gd name="T53" fmla="*/ 1019633 h 11753851"/>
              <a:gd name="T54" fmla="*/ 971969 w 12269552"/>
              <a:gd name="T55" fmla="*/ 417001 h 11753851"/>
              <a:gd name="T56" fmla="*/ 835918 w 12269552"/>
              <a:gd name="T57" fmla="*/ 416450 h 11753851"/>
              <a:gd name="T58" fmla="*/ 599617 w 12269552"/>
              <a:gd name="T59" fmla="*/ 689122 h 11753851"/>
              <a:gd name="T60" fmla="*/ 541231 w 12269552"/>
              <a:gd name="T61" fmla="*/ 716664 h 11753851"/>
              <a:gd name="T62" fmla="*/ 464667 w 12269552"/>
              <a:gd name="T63" fmla="*/ 640647 h 11753851"/>
              <a:gd name="T64" fmla="*/ 490556 w 12269552"/>
              <a:gd name="T65" fmla="*/ 583358 h 11753851"/>
              <a:gd name="T66" fmla="*/ 745033 w 12269552"/>
              <a:gd name="T67" fmla="*/ 290304 h 11753851"/>
              <a:gd name="T68" fmla="*/ 803970 w 12269552"/>
              <a:gd name="T69" fmla="*/ 262762 h 11753851"/>
              <a:gd name="T70" fmla="*/ 1357685 w 12269552"/>
              <a:gd name="T71" fmla="*/ 0 h 11753851"/>
              <a:gd name="T72" fmla="*/ 1509449 w 12269552"/>
              <a:gd name="T73" fmla="*/ 151764 h 11753851"/>
              <a:gd name="T74" fmla="*/ 1357685 w 12269552"/>
              <a:gd name="T75" fmla="*/ 303527 h 11753851"/>
              <a:gd name="T76" fmla="*/ 1205921 w 12269552"/>
              <a:gd name="T77" fmla="*/ 151764 h 11753851"/>
              <a:gd name="T78" fmla="*/ 1357685 w 12269552"/>
              <a:gd name="T79" fmla="*/ 0 h 1175385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2269552" h="11753851">
                <a:moveTo>
                  <a:pt x="5478990" y="1790700"/>
                </a:moveTo>
                <a:cubicBezTo>
                  <a:pt x="7986505" y="1790700"/>
                  <a:pt x="7986505" y="1790700"/>
                  <a:pt x="7986505" y="1790700"/>
                </a:cubicBezTo>
                <a:cubicBezTo>
                  <a:pt x="8170440" y="1790700"/>
                  <a:pt x="8335605" y="1862026"/>
                  <a:pt x="8459480" y="1982155"/>
                </a:cubicBezTo>
                <a:cubicBezTo>
                  <a:pt x="10058584" y="3581364"/>
                  <a:pt x="10058584" y="3581364"/>
                  <a:pt x="10058584" y="3581364"/>
                </a:cubicBezTo>
                <a:cubicBezTo>
                  <a:pt x="11383663" y="2256197"/>
                  <a:pt x="11383663" y="2256197"/>
                  <a:pt x="11383663" y="2256197"/>
                </a:cubicBezTo>
                <a:cubicBezTo>
                  <a:pt x="11477507" y="2177363"/>
                  <a:pt x="11597628" y="2132315"/>
                  <a:pt x="11729010" y="2132315"/>
                </a:cubicBezTo>
                <a:cubicBezTo>
                  <a:pt x="12029311" y="2132315"/>
                  <a:pt x="12269552" y="2372572"/>
                  <a:pt x="12269552" y="2669139"/>
                </a:cubicBezTo>
                <a:cubicBezTo>
                  <a:pt x="12269552" y="2796776"/>
                  <a:pt x="12220753" y="2916904"/>
                  <a:pt x="12145678" y="3007000"/>
                </a:cubicBezTo>
                <a:cubicBezTo>
                  <a:pt x="10546573" y="4621226"/>
                  <a:pt x="10546573" y="4621226"/>
                  <a:pt x="10546573" y="4621226"/>
                </a:cubicBezTo>
                <a:cubicBezTo>
                  <a:pt x="10062338" y="5105494"/>
                  <a:pt x="9671946" y="4692552"/>
                  <a:pt x="9671946" y="4692552"/>
                </a:cubicBezTo>
                <a:cubicBezTo>
                  <a:pt x="8692213" y="3709001"/>
                  <a:pt x="8692213" y="3709001"/>
                  <a:pt x="8692213" y="3709001"/>
                </a:cubicBezTo>
                <a:cubicBezTo>
                  <a:pt x="7156923" y="5480895"/>
                  <a:pt x="7156923" y="5480895"/>
                  <a:pt x="7156923" y="5480895"/>
                </a:cubicBezTo>
                <a:cubicBezTo>
                  <a:pt x="8560831" y="6884896"/>
                  <a:pt x="8560831" y="6884896"/>
                  <a:pt x="8560831" y="6884896"/>
                </a:cubicBezTo>
                <a:cubicBezTo>
                  <a:pt x="8560831" y="6884896"/>
                  <a:pt x="8857379" y="7158939"/>
                  <a:pt x="8688459" y="7707025"/>
                </a:cubicBezTo>
                <a:cubicBezTo>
                  <a:pt x="7900169" y="11220781"/>
                  <a:pt x="7900169" y="11220781"/>
                  <a:pt x="7900169" y="11220781"/>
                </a:cubicBezTo>
                <a:cubicBezTo>
                  <a:pt x="7840108" y="11524856"/>
                  <a:pt x="7569837" y="11753851"/>
                  <a:pt x="7247013" y="11753851"/>
                </a:cubicBezTo>
                <a:cubicBezTo>
                  <a:pt x="6879144" y="11753851"/>
                  <a:pt x="6578843" y="11453530"/>
                  <a:pt x="6578843" y="11085637"/>
                </a:cubicBezTo>
                <a:cubicBezTo>
                  <a:pt x="6578843" y="11025572"/>
                  <a:pt x="6586351" y="10969262"/>
                  <a:pt x="6597612" y="10916706"/>
                </a:cubicBezTo>
                <a:cubicBezTo>
                  <a:pt x="7247013" y="8037378"/>
                  <a:pt x="7247013" y="8037378"/>
                  <a:pt x="7247013" y="8037378"/>
                </a:cubicBezTo>
                <a:cubicBezTo>
                  <a:pt x="5647909" y="6483216"/>
                  <a:pt x="5647909" y="6483216"/>
                  <a:pt x="5647909" y="6483216"/>
                </a:cubicBezTo>
                <a:cubicBezTo>
                  <a:pt x="4277784" y="8014854"/>
                  <a:pt x="4277784" y="8014854"/>
                  <a:pt x="4277784" y="8014854"/>
                </a:cubicBezTo>
                <a:cubicBezTo>
                  <a:pt x="4277784" y="8014854"/>
                  <a:pt x="4056312" y="8288897"/>
                  <a:pt x="3463217" y="8270127"/>
                </a:cubicBezTo>
                <a:cubicBezTo>
                  <a:pt x="681676" y="8273881"/>
                  <a:pt x="681676" y="8273881"/>
                  <a:pt x="681676" y="8273881"/>
                </a:cubicBezTo>
                <a:cubicBezTo>
                  <a:pt x="370114" y="8277635"/>
                  <a:pt x="88581" y="8067410"/>
                  <a:pt x="17260" y="7752073"/>
                </a:cubicBezTo>
                <a:cubicBezTo>
                  <a:pt x="-65323" y="7391688"/>
                  <a:pt x="156149" y="7038811"/>
                  <a:pt x="516511" y="6956222"/>
                </a:cubicBezTo>
                <a:cubicBezTo>
                  <a:pt x="572817" y="6944960"/>
                  <a:pt x="629124" y="6941206"/>
                  <a:pt x="685430" y="6941206"/>
                </a:cubicBezTo>
                <a:cubicBezTo>
                  <a:pt x="3080333" y="6948714"/>
                  <a:pt x="3080333" y="6948714"/>
                  <a:pt x="3080333" y="6948714"/>
                </a:cubicBezTo>
                <a:cubicBezTo>
                  <a:pt x="6623888" y="2841824"/>
                  <a:pt x="6623888" y="2841824"/>
                  <a:pt x="6623888" y="2841824"/>
                </a:cubicBezTo>
                <a:lnTo>
                  <a:pt x="5696708" y="2838070"/>
                </a:lnTo>
                <a:cubicBezTo>
                  <a:pt x="4086342" y="4696306"/>
                  <a:pt x="4086342" y="4696306"/>
                  <a:pt x="4086342" y="4696306"/>
                </a:cubicBezTo>
                <a:cubicBezTo>
                  <a:pt x="3992498" y="4812681"/>
                  <a:pt x="3849855" y="4884007"/>
                  <a:pt x="3688443" y="4884007"/>
                </a:cubicBezTo>
                <a:cubicBezTo>
                  <a:pt x="3399403" y="4884007"/>
                  <a:pt x="3166669" y="4651258"/>
                  <a:pt x="3166669" y="4365953"/>
                </a:cubicBezTo>
                <a:cubicBezTo>
                  <a:pt x="3166669" y="4208284"/>
                  <a:pt x="3234237" y="4069386"/>
                  <a:pt x="3343097" y="3975536"/>
                </a:cubicBezTo>
                <a:cubicBezTo>
                  <a:pt x="5077337" y="1978401"/>
                  <a:pt x="5077337" y="1978401"/>
                  <a:pt x="5077337" y="1978401"/>
                </a:cubicBezTo>
                <a:cubicBezTo>
                  <a:pt x="5171181" y="1862026"/>
                  <a:pt x="5313824" y="1790700"/>
                  <a:pt x="5478990" y="1790700"/>
                </a:cubicBezTo>
                <a:close/>
                <a:moveTo>
                  <a:pt x="9252509" y="0"/>
                </a:moveTo>
                <a:cubicBezTo>
                  <a:pt x="9823713" y="0"/>
                  <a:pt x="10286766" y="463053"/>
                  <a:pt x="10286766" y="1034257"/>
                </a:cubicBezTo>
                <a:cubicBezTo>
                  <a:pt x="10286766" y="1605461"/>
                  <a:pt x="9823713" y="2068514"/>
                  <a:pt x="9252509" y="2068514"/>
                </a:cubicBezTo>
                <a:cubicBezTo>
                  <a:pt x="8681305" y="2068514"/>
                  <a:pt x="8218252" y="1605461"/>
                  <a:pt x="8218252" y="1034257"/>
                </a:cubicBezTo>
                <a:cubicBezTo>
                  <a:pt x="8218252" y="463053"/>
                  <a:pt x="8681305" y="0"/>
                  <a:pt x="9252509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微软雅黑 Light" panose="020B0502040204020203" pitchFamily="34" charset="-122"/>
            </a:endParaRPr>
          </a:p>
        </p:txBody>
      </p:sp>
      <p:sp>
        <p:nvSpPr>
          <p:cNvPr id="9" name="任意多边形: 形状 5"/>
          <p:cNvSpPr/>
          <p:nvPr/>
        </p:nvSpPr>
        <p:spPr>
          <a:xfrm>
            <a:off x="2818130" y="5589270"/>
            <a:ext cx="1478915" cy="1268095"/>
          </a:xfrm>
          <a:custGeom>
            <a:avLst/>
            <a:gdLst>
              <a:gd name="connsiteX0" fmla="*/ 739458 w 1478916"/>
              <a:gd name="connsiteY0" fmla="*/ 0 h 1161097"/>
              <a:gd name="connsiteX1" fmla="*/ 1478916 w 1478916"/>
              <a:gd name="connsiteY1" fmla="*/ 739458 h 1161097"/>
              <a:gd name="connsiteX2" fmla="*/ 1478916 w 1478916"/>
              <a:gd name="connsiteY2" fmla="*/ 1161097 h 1161097"/>
              <a:gd name="connsiteX3" fmla="*/ 0 w 1478916"/>
              <a:gd name="connsiteY3" fmla="*/ 1161097 h 1161097"/>
              <a:gd name="connsiteX4" fmla="*/ 0 w 1478916"/>
              <a:gd name="connsiteY4" fmla="*/ 739458 h 1161097"/>
              <a:gd name="connsiteX5" fmla="*/ 739458 w 1478916"/>
              <a:gd name="connsiteY5" fmla="*/ 0 h 1161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8916" h="1161097">
                <a:moveTo>
                  <a:pt x="739458" y="0"/>
                </a:moveTo>
                <a:cubicBezTo>
                  <a:pt x="1147849" y="0"/>
                  <a:pt x="1478916" y="331067"/>
                  <a:pt x="1478916" y="739458"/>
                </a:cubicBezTo>
                <a:lnTo>
                  <a:pt x="1478916" y="1161097"/>
                </a:lnTo>
                <a:lnTo>
                  <a:pt x="0" y="1161097"/>
                </a:lnTo>
                <a:lnTo>
                  <a:pt x="0" y="739458"/>
                </a:lnTo>
                <a:cubicBezTo>
                  <a:pt x="0" y="331067"/>
                  <a:pt x="331067" y="0"/>
                  <a:pt x="739458" y="0"/>
                </a:cubicBezTo>
                <a:close/>
              </a:path>
            </a:pathLst>
          </a:cu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任意多边形: 形状 6"/>
          <p:cNvSpPr/>
          <p:nvPr/>
        </p:nvSpPr>
        <p:spPr>
          <a:xfrm>
            <a:off x="4514850" y="4761230"/>
            <a:ext cx="1478915" cy="2096135"/>
          </a:xfrm>
          <a:custGeom>
            <a:avLst/>
            <a:gdLst>
              <a:gd name="connsiteX0" fmla="*/ 739458 w 1478916"/>
              <a:gd name="connsiteY0" fmla="*/ 0 h 1989137"/>
              <a:gd name="connsiteX1" fmla="*/ 1478916 w 1478916"/>
              <a:gd name="connsiteY1" fmla="*/ 739458 h 1989137"/>
              <a:gd name="connsiteX2" fmla="*/ 1478915 w 1478916"/>
              <a:gd name="connsiteY2" fmla="*/ 1989137 h 1989137"/>
              <a:gd name="connsiteX3" fmla="*/ 0 w 1478916"/>
              <a:gd name="connsiteY3" fmla="*/ 1989137 h 1989137"/>
              <a:gd name="connsiteX4" fmla="*/ 0 w 1478916"/>
              <a:gd name="connsiteY4" fmla="*/ 739458 h 1989137"/>
              <a:gd name="connsiteX5" fmla="*/ 739458 w 1478916"/>
              <a:gd name="connsiteY5" fmla="*/ 0 h 198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8916" h="1989137">
                <a:moveTo>
                  <a:pt x="739458" y="0"/>
                </a:moveTo>
                <a:cubicBezTo>
                  <a:pt x="1147849" y="0"/>
                  <a:pt x="1478916" y="331067"/>
                  <a:pt x="1478916" y="739458"/>
                </a:cubicBezTo>
                <a:lnTo>
                  <a:pt x="1478915" y="1989137"/>
                </a:lnTo>
                <a:lnTo>
                  <a:pt x="0" y="1989137"/>
                </a:lnTo>
                <a:lnTo>
                  <a:pt x="0" y="739458"/>
                </a:lnTo>
                <a:cubicBezTo>
                  <a:pt x="0" y="331067"/>
                  <a:pt x="331067" y="0"/>
                  <a:pt x="739458" y="0"/>
                </a:cubicBezTo>
                <a:close/>
              </a:path>
            </a:pathLst>
          </a:cu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任意多边形: 形状 7"/>
          <p:cNvSpPr/>
          <p:nvPr/>
        </p:nvSpPr>
        <p:spPr>
          <a:xfrm>
            <a:off x="6211570" y="3933190"/>
            <a:ext cx="1478915" cy="2924810"/>
          </a:xfrm>
          <a:custGeom>
            <a:avLst/>
            <a:gdLst>
              <a:gd name="connsiteX0" fmla="*/ 739458 w 1478916"/>
              <a:gd name="connsiteY0" fmla="*/ 0 h 2817177"/>
              <a:gd name="connsiteX1" fmla="*/ 1478916 w 1478916"/>
              <a:gd name="connsiteY1" fmla="*/ 739458 h 2817177"/>
              <a:gd name="connsiteX2" fmla="*/ 1478915 w 1478916"/>
              <a:gd name="connsiteY2" fmla="*/ 2817177 h 2817177"/>
              <a:gd name="connsiteX3" fmla="*/ 0 w 1478916"/>
              <a:gd name="connsiteY3" fmla="*/ 2817177 h 2817177"/>
              <a:gd name="connsiteX4" fmla="*/ 0 w 1478916"/>
              <a:gd name="connsiteY4" fmla="*/ 739458 h 2817177"/>
              <a:gd name="connsiteX5" fmla="*/ 739458 w 1478916"/>
              <a:gd name="connsiteY5" fmla="*/ 0 h 281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8916" h="2817177">
                <a:moveTo>
                  <a:pt x="739458" y="0"/>
                </a:moveTo>
                <a:cubicBezTo>
                  <a:pt x="1147849" y="0"/>
                  <a:pt x="1478916" y="331067"/>
                  <a:pt x="1478916" y="739458"/>
                </a:cubicBezTo>
                <a:lnTo>
                  <a:pt x="1478915" y="2817177"/>
                </a:lnTo>
                <a:lnTo>
                  <a:pt x="0" y="2817177"/>
                </a:lnTo>
                <a:lnTo>
                  <a:pt x="0" y="739458"/>
                </a:lnTo>
                <a:cubicBezTo>
                  <a:pt x="0" y="331067"/>
                  <a:pt x="331067" y="0"/>
                  <a:pt x="739458" y="0"/>
                </a:cubicBezTo>
                <a:close/>
              </a:path>
            </a:pathLst>
          </a:cu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任意多边形: 形状 8"/>
          <p:cNvSpPr/>
          <p:nvPr/>
        </p:nvSpPr>
        <p:spPr>
          <a:xfrm>
            <a:off x="7908290" y="3188970"/>
            <a:ext cx="1478915" cy="3667760"/>
          </a:xfrm>
          <a:custGeom>
            <a:avLst/>
            <a:gdLst>
              <a:gd name="connsiteX0" fmla="*/ 739458 w 1478916"/>
              <a:gd name="connsiteY0" fmla="*/ 0 h 3645217"/>
              <a:gd name="connsiteX1" fmla="*/ 1478916 w 1478916"/>
              <a:gd name="connsiteY1" fmla="*/ 739458 h 3645217"/>
              <a:gd name="connsiteX2" fmla="*/ 1478915 w 1478916"/>
              <a:gd name="connsiteY2" fmla="*/ 3645217 h 3645217"/>
              <a:gd name="connsiteX3" fmla="*/ 0 w 1478916"/>
              <a:gd name="connsiteY3" fmla="*/ 3645217 h 3645217"/>
              <a:gd name="connsiteX4" fmla="*/ 0 w 1478916"/>
              <a:gd name="connsiteY4" fmla="*/ 739458 h 3645217"/>
              <a:gd name="connsiteX5" fmla="*/ 739458 w 1478916"/>
              <a:gd name="connsiteY5" fmla="*/ 0 h 364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8916" h="3645217">
                <a:moveTo>
                  <a:pt x="739458" y="0"/>
                </a:moveTo>
                <a:cubicBezTo>
                  <a:pt x="1147849" y="0"/>
                  <a:pt x="1478916" y="331067"/>
                  <a:pt x="1478916" y="739458"/>
                </a:cubicBezTo>
                <a:lnTo>
                  <a:pt x="1478915" y="3645217"/>
                </a:lnTo>
                <a:lnTo>
                  <a:pt x="0" y="3645217"/>
                </a:lnTo>
                <a:lnTo>
                  <a:pt x="0" y="739458"/>
                </a:lnTo>
                <a:cubicBezTo>
                  <a:pt x="0" y="331067"/>
                  <a:pt x="331067" y="0"/>
                  <a:pt x="739458" y="0"/>
                </a:cubicBezTo>
                <a:close/>
              </a:path>
            </a:pathLst>
          </a:cu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公文包"/>
          <p:cNvSpPr/>
          <p:nvPr/>
        </p:nvSpPr>
        <p:spPr>
          <a:xfrm>
            <a:off x="1590417" y="4174172"/>
            <a:ext cx="612000" cy="612000"/>
          </a:xfrm>
          <a:custGeom>
            <a:avLst/>
            <a:gdLst>
              <a:gd name="connsiteX0" fmla="*/ 3261356 w 3261356"/>
              <a:gd name="connsiteY0" fmla="*/ 1385789 h 2766950"/>
              <a:gd name="connsiteX1" fmla="*/ 3261356 w 3261356"/>
              <a:gd name="connsiteY1" fmla="*/ 2634211 h 2766950"/>
              <a:gd name="connsiteX2" fmla="*/ 3259675 w 3261356"/>
              <a:gd name="connsiteY2" fmla="*/ 2649333 h 2766950"/>
              <a:gd name="connsiteX3" fmla="*/ 3256313 w 3261356"/>
              <a:gd name="connsiteY3" fmla="*/ 2662775 h 2766950"/>
              <a:gd name="connsiteX4" fmla="*/ 3252951 w 3261356"/>
              <a:gd name="connsiteY4" fmla="*/ 2674537 h 2766950"/>
              <a:gd name="connsiteX5" fmla="*/ 3244545 w 3261356"/>
              <a:gd name="connsiteY5" fmla="*/ 2686298 h 2766950"/>
              <a:gd name="connsiteX6" fmla="*/ 3237821 w 3261356"/>
              <a:gd name="connsiteY6" fmla="*/ 2698060 h 2766950"/>
              <a:gd name="connsiteX7" fmla="*/ 3229415 w 3261356"/>
              <a:gd name="connsiteY7" fmla="*/ 2709822 h 2766950"/>
              <a:gd name="connsiteX8" fmla="*/ 3217647 w 3261356"/>
              <a:gd name="connsiteY8" fmla="*/ 2719903 h 2766950"/>
              <a:gd name="connsiteX9" fmla="*/ 3202517 w 3261356"/>
              <a:gd name="connsiteY9" fmla="*/ 2729985 h 2766950"/>
              <a:gd name="connsiteX10" fmla="*/ 3175619 w 3261356"/>
              <a:gd name="connsiteY10" fmla="*/ 2746787 h 2766950"/>
              <a:gd name="connsiteX11" fmla="*/ 3141997 w 3261356"/>
              <a:gd name="connsiteY11" fmla="*/ 2758549 h 2766950"/>
              <a:gd name="connsiteX12" fmla="*/ 3105013 w 3261356"/>
              <a:gd name="connsiteY12" fmla="*/ 2765270 h 2766950"/>
              <a:gd name="connsiteX13" fmla="*/ 3066347 w 3261356"/>
              <a:gd name="connsiteY13" fmla="*/ 2766950 h 2766950"/>
              <a:gd name="connsiteX14" fmla="*/ 196690 w 3261356"/>
              <a:gd name="connsiteY14" fmla="*/ 2766950 h 2766950"/>
              <a:gd name="connsiteX15" fmla="*/ 158024 w 3261356"/>
              <a:gd name="connsiteY15" fmla="*/ 2765270 h 2766950"/>
              <a:gd name="connsiteX16" fmla="*/ 121040 w 3261356"/>
              <a:gd name="connsiteY16" fmla="*/ 2758549 h 2766950"/>
              <a:gd name="connsiteX17" fmla="*/ 87418 w 3261356"/>
              <a:gd name="connsiteY17" fmla="*/ 2746787 h 2766950"/>
              <a:gd name="connsiteX18" fmla="*/ 57158 w 3261356"/>
              <a:gd name="connsiteY18" fmla="*/ 2729985 h 2766950"/>
              <a:gd name="connsiteX19" fmla="*/ 47071 w 3261356"/>
              <a:gd name="connsiteY19" fmla="*/ 2719903 h 2766950"/>
              <a:gd name="connsiteX20" fmla="*/ 35303 w 3261356"/>
              <a:gd name="connsiteY20" fmla="*/ 2709822 h 2766950"/>
              <a:gd name="connsiteX21" fmla="*/ 25217 w 3261356"/>
              <a:gd name="connsiteY21" fmla="*/ 2698060 h 2766950"/>
              <a:gd name="connsiteX22" fmla="*/ 16811 w 3261356"/>
              <a:gd name="connsiteY22" fmla="*/ 2686298 h 2766950"/>
              <a:gd name="connsiteX23" fmla="*/ 8405 w 3261356"/>
              <a:gd name="connsiteY23" fmla="*/ 2674537 h 2766950"/>
              <a:gd name="connsiteX24" fmla="*/ 5043 w 3261356"/>
              <a:gd name="connsiteY24" fmla="*/ 2662775 h 2766950"/>
              <a:gd name="connsiteX25" fmla="*/ 1681 w 3261356"/>
              <a:gd name="connsiteY25" fmla="*/ 2649333 h 2766950"/>
              <a:gd name="connsiteX26" fmla="*/ 0 w 3261356"/>
              <a:gd name="connsiteY26" fmla="*/ 2634211 h 2766950"/>
              <a:gd name="connsiteX27" fmla="*/ 0 w 3261356"/>
              <a:gd name="connsiteY27" fmla="*/ 1389150 h 2766950"/>
              <a:gd name="connsiteX28" fmla="*/ 196690 w 3261356"/>
              <a:gd name="connsiteY28" fmla="*/ 1441237 h 2766950"/>
              <a:gd name="connsiteX29" fmla="*/ 406829 w 3261356"/>
              <a:gd name="connsiteY29" fmla="*/ 1495005 h 2766950"/>
              <a:gd name="connsiteX30" fmla="*/ 660677 w 3261356"/>
              <a:gd name="connsiteY30" fmla="*/ 1555494 h 2766950"/>
              <a:gd name="connsiteX31" fmla="*/ 795165 w 3261356"/>
              <a:gd name="connsiteY31" fmla="*/ 1589099 h 2766950"/>
              <a:gd name="connsiteX32" fmla="*/ 933017 w 3261356"/>
              <a:gd name="connsiteY32" fmla="*/ 1619343 h 2766950"/>
              <a:gd name="connsiteX33" fmla="*/ 1067506 w 3261356"/>
              <a:gd name="connsiteY33" fmla="*/ 1646227 h 2766950"/>
              <a:gd name="connsiteX34" fmla="*/ 1200314 w 3261356"/>
              <a:gd name="connsiteY34" fmla="*/ 1671431 h 2766950"/>
              <a:gd name="connsiteX35" fmla="*/ 1326397 w 3261356"/>
              <a:gd name="connsiteY35" fmla="*/ 1693274 h 2766950"/>
              <a:gd name="connsiteX36" fmla="*/ 1442394 w 3261356"/>
              <a:gd name="connsiteY36" fmla="*/ 1708396 h 2766950"/>
              <a:gd name="connsiteX37" fmla="*/ 1544942 w 3261356"/>
              <a:gd name="connsiteY37" fmla="*/ 1720158 h 2766950"/>
              <a:gd name="connsiteX38" fmla="*/ 1588650 w 3261356"/>
              <a:gd name="connsiteY38" fmla="*/ 1723518 h 2766950"/>
              <a:gd name="connsiteX39" fmla="*/ 1630678 w 3261356"/>
              <a:gd name="connsiteY39" fmla="*/ 1725199 h 2766950"/>
              <a:gd name="connsiteX40" fmla="*/ 1672706 w 3261356"/>
              <a:gd name="connsiteY40" fmla="*/ 1723518 h 2766950"/>
              <a:gd name="connsiteX41" fmla="*/ 1719777 w 3261356"/>
              <a:gd name="connsiteY41" fmla="*/ 1720158 h 2766950"/>
              <a:gd name="connsiteX42" fmla="*/ 1820644 w 3261356"/>
              <a:gd name="connsiteY42" fmla="*/ 1708396 h 2766950"/>
              <a:gd name="connsiteX43" fmla="*/ 1934959 w 3261356"/>
              <a:gd name="connsiteY43" fmla="*/ 1693274 h 2766950"/>
              <a:gd name="connsiteX44" fmla="*/ 2061043 w 3261356"/>
              <a:gd name="connsiteY44" fmla="*/ 1671431 h 2766950"/>
              <a:gd name="connsiteX45" fmla="*/ 2193850 w 3261356"/>
              <a:gd name="connsiteY45" fmla="*/ 1646227 h 2766950"/>
              <a:gd name="connsiteX46" fmla="*/ 2330020 w 3261356"/>
              <a:gd name="connsiteY46" fmla="*/ 1615983 h 2766950"/>
              <a:gd name="connsiteX47" fmla="*/ 2466190 w 3261356"/>
              <a:gd name="connsiteY47" fmla="*/ 1585738 h 2766950"/>
              <a:gd name="connsiteX48" fmla="*/ 2602360 w 3261356"/>
              <a:gd name="connsiteY48" fmla="*/ 1553814 h 2766950"/>
              <a:gd name="connsiteX49" fmla="*/ 2854527 w 3261356"/>
              <a:gd name="connsiteY49" fmla="*/ 1493325 h 2766950"/>
              <a:gd name="connsiteX50" fmla="*/ 3066347 w 3261356"/>
              <a:gd name="connsiteY50" fmla="*/ 1437877 h 2766950"/>
              <a:gd name="connsiteX51" fmla="*/ 1508607 w 3261356"/>
              <a:gd name="connsiteY51" fmla="*/ 1206475 h 2766950"/>
              <a:gd name="connsiteX52" fmla="*/ 1417230 w 3261356"/>
              <a:gd name="connsiteY52" fmla="*/ 1297852 h 2766950"/>
              <a:gd name="connsiteX53" fmla="*/ 1417230 w 3261356"/>
              <a:gd name="connsiteY53" fmla="*/ 1314415 h 2766950"/>
              <a:gd name="connsiteX54" fmla="*/ 1508607 w 3261356"/>
              <a:gd name="connsiteY54" fmla="*/ 1405791 h 2766950"/>
              <a:gd name="connsiteX55" fmla="*/ 1752750 w 3261356"/>
              <a:gd name="connsiteY55" fmla="*/ 1405791 h 2766950"/>
              <a:gd name="connsiteX56" fmla="*/ 1844126 w 3261356"/>
              <a:gd name="connsiteY56" fmla="*/ 1314415 h 2766950"/>
              <a:gd name="connsiteX57" fmla="*/ 1844126 w 3261356"/>
              <a:gd name="connsiteY57" fmla="*/ 1297852 h 2766950"/>
              <a:gd name="connsiteX58" fmla="*/ 1752750 w 3261356"/>
              <a:gd name="connsiteY58" fmla="*/ 1206475 h 2766950"/>
              <a:gd name="connsiteX59" fmla="*/ 1630678 w 3261356"/>
              <a:gd name="connsiteY59" fmla="*/ 174304 h 2766950"/>
              <a:gd name="connsiteX60" fmla="*/ 1114624 w 3261356"/>
              <a:gd name="connsiteY60" fmla="*/ 469036 h 2766950"/>
              <a:gd name="connsiteX61" fmla="*/ 1111230 w 3261356"/>
              <a:gd name="connsiteY61" fmla="*/ 492633 h 2766950"/>
              <a:gd name="connsiteX62" fmla="*/ 2150126 w 3261356"/>
              <a:gd name="connsiteY62" fmla="*/ 492633 h 2766950"/>
              <a:gd name="connsiteX63" fmla="*/ 2146731 w 3261356"/>
              <a:gd name="connsiteY63" fmla="*/ 469036 h 2766950"/>
              <a:gd name="connsiteX64" fmla="*/ 1630678 w 3261356"/>
              <a:gd name="connsiteY64" fmla="*/ 174304 h 2766950"/>
              <a:gd name="connsiteX65" fmla="*/ 1630678 w 3261356"/>
              <a:gd name="connsiteY65" fmla="*/ 0 h 2766950"/>
              <a:gd name="connsiteX66" fmla="*/ 2269992 w 3261356"/>
              <a:gd name="connsiteY66" fmla="*/ 488510 h 2766950"/>
              <a:gd name="connsiteX67" fmla="*/ 2270238 w 3261356"/>
              <a:gd name="connsiteY67" fmla="*/ 492633 h 2766950"/>
              <a:gd name="connsiteX68" fmla="*/ 3066347 w 3261356"/>
              <a:gd name="connsiteY68" fmla="*/ 492633 h 2766950"/>
              <a:gd name="connsiteX69" fmla="*/ 3105012 w 3261356"/>
              <a:gd name="connsiteY69" fmla="*/ 494313 h 2766950"/>
              <a:gd name="connsiteX70" fmla="*/ 3141998 w 3261356"/>
              <a:gd name="connsiteY70" fmla="*/ 501035 h 2766950"/>
              <a:gd name="connsiteX71" fmla="*/ 3175621 w 3261356"/>
              <a:gd name="connsiteY71" fmla="*/ 512796 h 2766950"/>
              <a:gd name="connsiteX72" fmla="*/ 3202518 w 3261356"/>
              <a:gd name="connsiteY72" fmla="*/ 529599 h 2766950"/>
              <a:gd name="connsiteX73" fmla="*/ 3217649 w 3261356"/>
              <a:gd name="connsiteY73" fmla="*/ 539681 h 2766950"/>
              <a:gd name="connsiteX74" fmla="*/ 3229416 w 3261356"/>
              <a:gd name="connsiteY74" fmla="*/ 549763 h 2766950"/>
              <a:gd name="connsiteX75" fmla="*/ 3237821 w 3261356"/>
              <a:gd name="connsiteY75" fmla="*/ 561524 h 2766950"/>
              <a:gd name="connsiteX76" fmla="*/ 3244546 w 3261356"/>
              <a:gd name="connsiteY76" fmla="*/ 573285 h 2766950"/>
              <a:gd name="connsiteX77" fmla="*/ 3252951 w 3261356"/>
              <a:gd name="connsiteY77" fmla="*/ 585046 h 2766950"/>
              <a:gd name="connsiteX78" fmla="*/ 3256314 w 3261356"/>
              <a:gd name="connsiteY78" fmla="*/ 596807 h 2766950"/>
              <a:gd name="connsiteX79" fmla="*/ 3259676 w 3261356"/>
              <a:gd name="connsiteY79" fmla="*/ 610251 h 2766950"/>
              <a:gd name="connsiteX80" fmla="*/ 3261356 w 3261356"/>
              <a:gd name="connsiteY80" fmla="*/ 625372 h 2766950"/>
              <a:gd name="connsiteX81" fmla="*/ 3261356 w 3261356"/>
              <a:gd name="connsiteY81" fmla="*/ 1326877 h 2766950"/>
              <a:gd name="connsiteX82" fmla="*/ 3261353 w 3261356"/>
              <a:gd name="connsiteY82" fmla="*/ 1326877 h 2766950"/>
              <a:gd name="connsiteX83" fmla="*/ 3261350 w 3261356"/>
              <a:gd name="connsiteY83" fmla="*/ 1326880 h 2766950"/>
              <a:gd name="connsiteX84" fmla="*/ 3066350 w 3261356"/>
              <a:gd name="connsiteY84" fmla="*/ 1378964 h 2766950"/>
              <a:gd name="connsiteX85" fmla="*/ 2854531 w 3261356"/>
              <a:gd name="connsiteY85" fmla="*/ 1434413 h 2766950"/>
              <a:gd name="connsiteX86" fmla="*/ 2602365 w 3261356"/>
              <a:gd name="connsiteY86" fmla="*/ 1494902 h 2766950"/>
              <a:gd name="connsiteX87" fmla="*/ 2466193 w 3261356"/>
              <a:gd name="connsiteY87" fmla="*/ 1526826 h 2766950"/>
              <a:gd name="connsiteX88" fmla="*/ 2330026 w 3261356"/>
              <a:gd name="connsiteY88" fmla="*/ 1557071 h 2766950"/>
              <a:gd name="connsiteX89" fmla="*/ 2193854 w 3261356"/>
              <a:gd name="connsiteY89" fmla="*/ 1587315 h 2766950"/>
              <a:gd name="connsiteX90" fmla="*/ 2061046 w 3261356"/>
              <a:gd name="connsiteY90" fmla="*/ 1612517 h 2766950"/>
              <a:gd name="connsiteX91" fmla="*/ 1934963 w 3261356"/>
              <a:gd name="connsiteY91" fmla="*/ 1634360 h 2766950"/>
              <a:gd name="connsiteX92" fmla="*/ 1820647 w 3261356"/>
              <a:gd name="connsiteY92" fmla="*/ 1649484 h 2766950"/>
              <a:gd name="connsiteX93" fmla="*/ 1719781 w 3261356"/>
              <a:gd name="connsiteY93" fmla="*/ 1661245 h 2766950"/>
              <a:gd name="connsiteX94" fmla="*/ 1672711 w 3261356"/>
              <a:gd name="connsiteY94" fmla="*/ 1664604 h 2766950"/>
              <a:gd name="connsiteX95" fmla="*/ 1630683 w 3261356"/>
              <a:gd name="connsiteY95" fmla="*/ 1666287 h 2766950"/>
              <a:gd name="connsiteX96" fmla="*/ 1588655 w 3261356"/>
              <a:gd name="connsiteY96" fmla="*/ 1664604 h 2766950"/>
              <a:gd name="connsiteX97" fmla="*/ 1544944 w 3261356"/>
              <a:gd name="connsiteY97" fmla="*/ 1661245 h 2766950"/>
              <a:gd name="connsiteX98" fmla="*/ 1442396 w 3261356"/>
              <a:gd name="connsiteY98" fmla="*/ 1649484 h 2766950"/>
              <a:gd name="connsiteX99" fmla="*/ 1326400 w 3261356"/>
              <a:gd name="connsiteY99" fmla="*/ 1634360 h 2766950"/>
              <a:gd name="connsiteX100" fmla="*/ 1200317 w 3261356"/>
              <a:gd name="connsiteY100" fmla="*/ 1612517 h 2766950"/>
              <a:gd name="connsiteX101" fmla="*/ 1067508 w 3261356"/>
              <a:gd name="connsiteY101" fmla="*/ 1587315 h 2766950"/>
              <a:gd name="connsiteX102" fmla="*/ 933020 w 3261356"/>
              <a:gd name="connsiteY102" fmla="*/ 1560430 h 2766950"/>
              <a:gd name="connsiteX103" fmla="*/ 795169 w 3261356"/>
              <a:gd name="connsiteY103" fmla="*/ 1530186 h 2766950"/>
              <a:gd name="connsiteX104" fmla="*/ 660681 w 3261356"/>
              <a:gd name="connsiteY104" fmla="*/ 1496582 h 2766950"/>
              <a:gd name="connsiteX105" fmla="*/ 406834 w 3261356"/>
              <a:gd name="connsiteY105" fmla="*/ 1436093 h 2766950"/>
              <a:gd name="connsiteX106" fmla="*/ 196695 w 3261356"/>
              <a:gd name="connsiteY106" fmla="*/ 1382323 h 2766950"/>
              <a:gd name="connsiteX107" fmla="*/ 3 w 3261356"/>
              <a:gd name="connsiteY107" fmla="*/ 1330236 h 2766950"/>
              <a:gd name="connsiteX108" fmla="*/ 3 w 3261356"/>
              <a:gd name="connsiteY108" fmla="*/ 1332325 h 2766950"/>
              <a:gd name="connsiteX109" fmla="*/ 0 w 3261356"/>
              <a:gd name="connsiteY109" fmla="*/ 1332322 h 2766950"/>
              <a:gd name="connsiteX110" fmla="*/ 0 w 3261356"/>
              <a:gd name="connsiteY110" fmla="*/ 971511 h 2766950"/>
              <a:gd name="connsiteX111" fmla="*/ 0 w 3261356"/>
              <a:gd name="connsiteY111" fmla="*/ 625372 h 2766950"/>
              <a:gd name="connsiteX112" fmla="*/ 1683 w 3261356"/>
              <a:gd name="connsiteY112" fmla="*/ 610251 h 2766950"/>
              <a:gd name="connsiteX113" fmla="*/ 5046 w 3261356"/>
              <a:gd name="connsiteY113" fmla="*/ 596807 h 2766950"/>
              <a:gd name="connsiteX114" fmla="*/ 8405 w 3261356"/>
              <a:gd name="connsiteY114" fmla="*/ 585046 h 2766950"/>
              <a:gd name="connsiteX115" fmla="*/ 16813 w 3261356"/>
              <a:gd name="connsiteY115" fmla="*/ 573285 h 2766950"/>
              <a:gd name="connsiteX116" fmla="*/ 25218 w 3261356"/>
              <a:gd name="connsiteY116" fmla="*/ 561524 h 2766950"/>
              <a:gd name="connsiteX117" fmla="*/ 35303 w 3261356"/>
              <a:gd name="connsiteY117" fmla="*/ 549763 h 2766950"/>
              <a:gd name="connsiteX118" fmla="*/ 47073 w 3261356"/>
              <a:gd name="connsiteY118" fmla="*/ 539681 h 2766950"/>
              <a:gd name="connsiteX119" fmla="*/ 57158 w 3261356"/>
              <a:gd name="connsiteY119" fmla="*/ 529599 h 2766950"/>
              <a:gd name="connsiteX120" fmla="*/ 87418 w 3261356"/>
              <a:gd name="connsiteY120" fmla="*/ 512796 h 2766950"/>
              <a:gd name="connsiteX121" fmla="*/ 121041 w 3261356"/>
              <a:gd name="connsiteY121" fmla="*/ 501035 h 2766950"/>
              <a:gd name="connsiteX122" fmla="*/ 158027 w 3261356"/>
              <a:gd name="connsiteY122" fmla="*/ 494313 h 2766950"/>
              <a:gd name="connsiteX123" fmla="*/ 196692 w 3261356"/>
              <a:gd name="connsiteY123" fmla="*/ 492633 h 2766950"/>
              <a:gd name="connsiteX124" fmla="*/ 991117 w 3261356"/>
              <a:gd name="connsiteY124" fmla="*/ 492633 h 2766950"/>
              <a:gd name="connsiteX125" fmla="*/ 991363 w 3261356"/>
              <a:gd name="connsiteY125" fmla="*/ 488510 h 2766950"/>
              <a:gd name="connsiteX126" fmla="*/ 1630678 w 3261356"/>
              <a:gd name="connsiteY126" fmla="*/ 0 h 276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3261356" h="2766950">
                <a:moveTo>
                  <a:pt x="3261356" y="1385789"/>
                </a:moveTo>
                <a:lnTo>
                  <a:pt x="3261356" y="2634211"/>
                </a:lnTo>
                <a:lnTo>
                  <a:pt x="3259675" y="2649333"/>
                </a:lnTo>
                <a:lnTo>
                  <a:pt x="3256313" y="2662775"/>
                </a:lnTo>
                <a:lnTo>
                  <a:pt x="3252951" y="2674537"/>
                </a:lnTo>
                <a:lnTo>
                  <a:pt x="3244545" y="2686298"/>
                </a:lnTo>
                <a:lnTo>
                  <a:pt x="3237821" y="2698060"/>
                </a:lnTo>
                <a:lnTo>
                  <a:pt x="3229415" y="2709822"/>
                </a:lnTo>
                <a:lnTo>
                  <a:pt x="3217647" y="2719903"/>
                </a:lnTo>
                <a:lnTo>
                  <a:pt x="3202517" y="2729985"/>
                </a:lnTo>
                <a:lnTo>
                  <a:pt x="3175619" y="2746787"/>
                </a:lnTo>
                <a:lnTo>
                  <a:pt x="3141997" y="2758549"/>
                </a:lnTo>
                <a:lnTo>
                  <a:pt x="3105013" y="2765270"/>
                </a:lnTo>
                <a:lnTo>
                  <a:pt x="3066347" y="2766950"/>
                </a:lnTo>
                <a:lnTo>
                  <a:pt x="196690" y="2766950"/>
                </a:lnTo>
                <a:lnTo>
                  <a:pt x="158024" y="2765270"/>
                </a:lnTo>
                <a:lnTo>
                  <a:pt x="121040" y="2758549"/>
                </a:lnTo>
                <a:lnTo>
                  <a:pt x="87418" y="2746787"/>
                </a:lnTo>
                <a:lnTo>
                  <a:pt x="57158" y="2729985"/>
                </a:lnTo>
                <a:lnTo>
                  <a:pt x="47071" y="2719903"/>
                </a:lnTo>
                <a:lnTo>
                  <a:pt x="35303" y="2709822"/>
                </a:lnTo>
                <a:lnTo>
                  <a:pt x="25217" y="2698060"/>
                </a:lnTo>
                <a:lnTo>
                  <a:pt x="16811" y="2686298"/>
                </a:lnTo>
                <a:lnTo>
                  <a:pt x="8405" y="2674537"/>
                </a:lnTo>
                <a:lnTo>
                  <a:pt x="5043" y="2662775"/>
                </a:lnTo>
                <a:lnTo>
                  <a:pt x="1681" y="2649333"/>
                </a:lnTo>
                <a:lnTo>
                  <a:pt x="0" y="2634211"/>
                </a:lnTo>
                <a:lnTo>
                  <a:pt x="0" y="1389150"/>
                </a:lnTo>
                <a:lnTo>
                  <a:pt x="196690" y="1441237"/>
                </a:lnTo>
                <a:lnTo>
                  <a:pt x="406829" y="1495005"/>
                </a:lnTo>
                <a:lnTo>
                  <a:pt x="660677" y="1555494"/>
                </a:lnTo>
                <a:lnTo>
                  <a:pt x="795165" y="1589099"/>
                </a:lnTo>
                <a:lnTo>
                  <a:pt x="933017" y="1619343"/>
                </a:lnTo>
                <a:lnTo>
                  <a:pt x="1067506" y="1646227"/>
                </a:lnTo>
                <a:lnTo>
                  <a:pt x="1200314" y="1671431"/>
                </a:lnTo>
                <a:lnTo>
                  <a:pt x="1326397" y="1693274"/>
                </a:lnTo>
                <a:lnTo>
                  <a:pt x="1442394" y="1708396"/>
                </a:lnTo>
                <a:lnTo>
                  <a:pt x="1544942" y="1720158"/>
                </a:lnTo>
                <a:lnTo>
                  <a:pt x="1588650" y="1723518"/>
                </a:lnTo>
                <a:lnTo>
                  <a:pt x="1630678" y="1725199"/>
                </a:lnTo>
                <a:lnTo>
                  <a:pt x="1672706" y="1723518"/>
                </a:lnTo>
                <a:lnTo>
                  <a:pt x="1719777" y="1720158"/>
                </a:lnTo>
                <a:lnTo>
                  <a:pt x="1820644" y="1708396"/>
                </a:lnTo>
                <a:lnTo>
                  <a:pt x="1934959" y="1693274"/>
                </a:lnTo>
                <a:lnTo>
                  <a:pt x="2061043" y="1671431"/>
                </a:lnTo>
                <a:lnTo>
                  <a:pt x="2193850" y="1646227"/>
                </a:lnTo>
                <a:lnTo>
                  <a:pt x="2330020" y="1615983"/>
                </a:lnTo>
                <a:lnTo>
                  <a:pt x="2466190" y="1585738"/>
                </a:lnTo>
                <a:lnTo>
                  <a:pt x="2602360" y="1553814"/>
                </a:lnTo>
                <a:lnTo>
                  <a:pt x="2854527" y="1493325"/>
                </a:lnTo>
                <a:lnTo>
                  <a:pt x="3066347" y="1437877"/>
                </a:lnTo>
                <a:close/>
                <a:moveTo>
                  <a:pt x="1508607" y="1206475"/>
                </a:moveTo>
                <a:cubicBezTo>
                  <a:pt x="1458141" y="1206475"/>
                  <a:pt x="1417230" y="1247386"/>
                  <a:pt x="1417230" y="1297852"/>
                </a:cubicBezTo>
                <a:lnTo>
                  <a:pt x="1417230" y="1314415"/>
                </a:lnTo>
                <a:cubicBezTo>
                  <a:pt x="1417230" y="1364881"/>
                  <a:pt x="1458141" y="1405791"/>
                  <a:pt x="1508607" y="1405791"/>
                </a:cubicBezTo>
                <a:lnTo>
                  <a:pt x="1752750" y="1405791"/>
                </a:lnTo>
                <a:cubicBezTo>
                  <a:pt x="1803215" y="1405791"/>
                  <a:pt x="1844126" y="1364881"/>
                  <a:pt x="1844126" y="1314415"/>
                </a:cubicBezTo>
                <a:lnTo>
                  <a:pt x="1844126" y="1297852"/>
                </a:lnTo>
                <a:cubicBezTo>
                  <a:pt x="1844126" y="1247386"/>
                  <a:pt x="1803215" y="1206475"/>
                  <a:pt x="1752750" y="1206475"/>
                </a:cubicBezTo>
                <a:close/>
                <a:moveTo>
                  <a:pt x="1630678" y="174304"/>
                </a:moveTo>
                <a:cubicBezTo>
                  <a:pt x="1376124" y="174304"/>
                  <a:pt x="1163742" y="300833"/>
                  <a:pt x="1114624" y="469036"/>
                </a:cubicBezTo>
                <a:lnTo>
                  <a:pt x="1111230" y="492633"/>
                </a:lnTo>
                <a:lnTo>
                  <a:pt x="2150126" y="492633"/>
                </a:lnTo>
                <a:lnTo>
                  <a:pt x="2146731" y="469036"/>
                </a:lnTo>
                <a:cubicBezTo>
                  <a:pt x="2097613" y="300833"/>
                  <a:pt x="1885231" y="174304"/>
                  <a:pt x="1630678" y="174304"/>
                </a:cubicBezTo>
                <a:close/>
                <a:moveTo>
                  <a:pt x="1630678" y="0"/>
                </a:moveTo>
                <a:cubicBezTo>
                  <a:pt x="1963411" y="0"/>
                  <a:pt x="2237083" y="214121"/>
                  <a:pt x="2269992" y="488510"/>
                </a:cubicBezTo>
                <a:lnTo>
                  <a:pt x="2270238" y="492633"/>
                </a:lnTo>
                <a:lnTo>
                  <a:pt x="3066347" y="492633"/>
                </a:lnTo>
                <a:lnTo>
                  <a:pt x="3105012" y="494313"/>
                </a:lnTo>
                <a:lnTo>
                  <a:pt x="3141998" y="501035"/>
                </a:lnTo>
                <a:lnTo>
                  <a:pt x="3175621" y="512796"/>
                </a:lnTo>
                <a:lnTo>
                  <a:pt x="3202518" y="529599"/>
                </a:lnTo>
                <a:lnTo>
                  <a:pt x="3217649" y="539681"/>
                </a:lnTo>
                <a:lnTo>
                  <a:pt x="3229416" y="549763"/>
                </a:lnTo>
                <a:lnTo>
                  <a:pt x="3237821" y="561524"/>
                </a:lnTo>
                <a:lnTo>
                  <a:pt x="3244546" y="573285"/>
                </a:lnTo>
                <a:lnTo>
                  <a:pt x="3252951" y="585046"/>
                </a:lnTo>
                <a:lnTo>
                  <a:pt x="3256314" y="596807"/>
                </a:lnTo>
                <a:lnTo>
                  <a:pt x="3259676" y="610251"/>
                </a:lnTo>
                <a:lnTo>
                  <a:pt x="3261356" y="625372"/>
                </a:lnTo>
                <a:lnTo>
                  <a:pt x="3261356" y="1326877"/>
                </a:lnTo>
                <a:lnTo>
                  <a:pt x="3261353" y="1326877"/>
                </a:lnTo>
                <a:lnTo>
                  <a:pt x="3261350" y="1326880"/>
                </a:lnTo>
                <a:lnTo>
                  <a:pt x="3066350" y="1378964"/>
                </a:lnTo>
                <a:lnTo>
                  <a:pt x="2854531" y="1434413"/>
                </a:lnTo>
                <a:lnTo>
                  <a:pt x="2602365" y="1494902"/>
                </a:lnTo>
                <a:lnTo>
                  <a:pt x="2466193" y="1526826"/>
                </a:lnTo>
                <a:lnTo>
                  <a:pt x="2330026" y="1557071"/>
                </a:lnTo>
                <a:lnTo>
                  <a:pt x="2193854" y="1587315"/>
                </a:lnTo>
                <a:lnTo>
                  <a:pt x="2061046" y="1612517"/>
                </a:lnTo>
                <a:lnTo>
                  <a:pt x="1934963" y="1634360"/>
                </a:lnTo>
                <a:lnTo>
                  <a:pt x="1820647" y="1649484"/>
                </a:lnTo>
                <a:lnTo>
                  <a:pt x="1719781" y="1661245"/>
                </a:lnTo>
                <a:lnTo>
                  <a:pt x="1672711" y="1664604"/>
                </a:lnTo>
                <a:lnTo>
                  <a:pt x="1630683" y="1666287"/>
                </a:lnTo>
                <a:lnTo>
                  <a:pt x="1588655" y="1664604"/>
                </a:lnTo>
                <a:lnTo>
                  <a:pt x="1544944" y="1661245"/>
                </a:lnTo>
                <a:lnTo>
                  <a:pt x="1442396" y="1649484"/>
                </a:lnTo>
                <a:lnTo>
                  <a:pt x="1326400" y="1634360"/>
                </a:lnTo>
                <a:lnTo>
                  <a:pt x="1200317" y="1612517"/>
                </a:lnTo>
                <a:lnTo>
                  <a:pt x="1067508" y="1587315"/>
                </a:lnTo>
                <a:lnTo>
                  <a:pt x="933020" y="1560430"/>
                </a:lnTo>
                <a:lnTo>
                  <a:pt x="795169" y="1530186"/>
                </a:lnTo>
                <a:lnTo>
                  <a:pt x="660681" y="1496582"/>
                </a:lnTo>
                <a:lnTo>
                  <a:pt x="406834" y="1436093"/>
                </a:lnTo>
                <a:lnTo>
                  <a:pt x="196695" y="1382323"/>
                </a:lnTo>
                <a:lnTo>
                  <a:pt x="3" y="1330236"/>
                </a:lnTo>
                <a:lnTo>
                  <a:pt x="3" y="1332325"/>
                </a:lnTo>
                <a:lnTo>
                  <a:pt x="0" y="1332322"/>
                </a:lnTo>
                <a:lnTo>
                  <a:pt x="0" y="971511"/>
                </a:lnTo>
                <a:lnTo>
                  <a:pt x="0" y="625372"/>
                </a:lnTo>
                <a:lnTo>
                  <a:pt x="1683" y="610251"/>
                </a:lnTo>
                <a:lnTo>
                  <a:pt x="5046" y="596807"/>
                </a:lnTo>
                <a:lnTo>
                  <a:pt x="8405" y="585046"/>
                </a:lnTo>
                <a:lnTo>
                  <a:pt x="16813" y="573285"/>
                </a:lnTo>
                <a:lnTo>
                  <a:pt x="25218" y="561524"/>
                </a:lnTo>
                <a:lnTo>
                  <a:pt x="35303" y="549763"/>
                </a:lnTo>
                <a:lnTo>
                  <a:pt x="47073" y="539681"/>
                </a:lnTo>
                <a:lnTo>
                  <a:pt x="57158" y="529599"/>
                </a:lnTo>
                <a:lnTo>
                  <a:pt x="87418" y="512796"/>
                </a:lnTo>
                <a:lnTo>
                  <a:pt x="121041" y="501035"/>
                </a:lnTo>
                <a:lnTo>
                  <a:pt x="158027" y="494313"/>
                </a:lnTo>
                <a:lnTo>
                  <a:pt x="196692" y="492633"/>
                </a:lnTo>
                <a:lnTo>
                  <a:pt x="991117" y="492633"/>
                </a:lnTo>
                <a:lnTo>
                  <a:pt x="991363" y="488510"/>
                </a:lnTo>
                <a:cubicBezTo>
                  <a:pt x="1024272" y="214121"/>
                  <a:pt x="1297944" y="0"/>
                  <a:pt x="16306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任意多边形 15"/>
          <p:cNvSpPr/>
          <p:nvPr/>
        </p:nvSpPr>
        <p:spPr>
          <a:xfrm rot="10800000" flipH="1" flipV="1">
            <a:off x="2507615" y="4558982"/>
            <a:ext cx="1009015" cy="866140"/>
          </a:xfrm>
          <a:custGeom>
            <a:avLst/>
            <a:gdLst>
              <a:gd name="connsiteX0" fmla="*/ 0 w 2040"/>
              <a:gd name="connsiteY0" fmla="*/ 1 h 1741"/>
              <a:gd name="connsiteX1" fmla="*/ 2019 w 2040"/>
              <a:gd name="connsiteY1" fmla="*/ 12 h 1741"/>
              <a:gd name="connsiteX2" fmla="*/ 2040 w 2040"/>
              <a:gd name="connsiteY2" fmla="*/ 1741 h 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0" h="1741">
                <a:moveTo>
                  <a:pt x="0" y="1"/>
                </a:moveTo>
                <a:cubicBezTo>
                  <a:pt x="19" y="-5"/>
                  <a:pt x="1977" y="12"/>
                  <a:pt x="2019" y="12"/>
                </a:cubicBezTo>
                <a:cubicBezTo>
                  <a:pt x="2036" y="1756"/>
                  <a:pt x="2027" y="950"/>
                  <a:pt x="2040" y="1741"/>
                </a:cubicBezTo>
              </a:path>
            </a:pathLst>
          </a:custGeom>
          <a:noFill/>
          <a:ln>
            <a:gradFill>
              <a:gsLst>
                <a:gs pos="0">
                  <a:srgbClr val="15A5FE"/>
                </a:gs>
                <a:gs pos="57000">
                  <a:srgbClr val="DAF1FF"/>
                </a:gs>
                <a:gs pos="100000">
                  <a:srgbClr val="15A5FE"/>
                </a:gs>
              </a:gsLst>
              <a:lin ang="1200000" scaled="0"/>
            </a:gra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任意多边形 12"/>
          <p:cNvSpPr/>
          <p:nvPr/>
        </p:nvSpPr>
        <p:spPr>
          <a:xfrm rot="10800000" flipH="1" flipV="1">
            <a:off x="3605410" y="3318828"/>
            <a:ext cx="1381243" cy="1405255"/>
          </a:xfrm>
          <a:custGeom>
            <a:avLst/>
            <a:gdLst>
              <a:gd name="connsiteX0" fmla="*/ 0 w 2040"/>
              <a:gd name="connsiteY0" fmla="*/ 1 h 1741"/>
              <a:gd name="connsiteX1" fmla="*/ 2019 w 2040"/>
              <a:gd name="connsiteY1" fmla="*/ 12 h 1741"/>
              <a:gd name="connsiteX2" fmla="*/ 2040 w 2040"/>
              <a:gd name="connsiteY2" fmla="*/ 1741 h 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0" h="1741">
                <a:moveTo>
                  <a:pt x="0" y="1"/>
                </a:moveTo>
                <a:cubicBezTo>
                  <a:pt x="19" y="-5"/>
                  <a:pt x="1977" y="12"/>
                  <a:pt x="2019" y="12"/>
                </a:cubicBezTo>
                <a:cubicBezTo>
                  <a:pt x="2036" y="1756"/>
                  <a:pt x="2027" y="950"/>
                  <a:pt x="2040" y="1741"/>
                </a:cubicBezTo>
              </a:path>
            </a:pathLst>
          </a:custGeom>
          <a:noFill/>
          <a:ln>
            <a:gradFill>
              <a:gsLst>
                <a:gs pos="0">
                  <a:srgbClr val="15A5FE"/>
                </a:gs>
                <a:gs pos="57000">
                  <a:srgbClr val="DAF1FF"/>
                </a:gs>
                <a:gs pos="100000">
                  <a:srgbClr val="15A5FE"/>
                </a:gs>
              </a:gsLst>
              <a:lin ang="1200000" scaled="0"/>
            </a:gra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 flipH="1">
            <a:off x="494982" y="4912315"/>
            <a:ext cx="2214245" cy="18548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1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技能点粒度的全景图谱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图谱节点细化到</a:t>
            </a:r>
            <a:r>
              <a:rPr 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技能点</a:t>
            </a: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级别：方向与核心技能(DEMANDS，按岗位覆盖率排序)、城市、学历、经验、薪资、福利以具名关系连接，方向画像由结构化三元组构成。</a:t>
            </a:r>
            <a:endParaRPr lang="en-US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517021" y="2890697"/>
            <a:ext cx="914400" cy="914400"/>
          </a:xfrm>
          <a:prstGeom prst="ellipse">
            <a:avLst/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 flipH="1">
            <a:off x="1781810" y="1466215"/>
            <a:ext cx="3101340" cy="13576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b="1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按技术栈切换视图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前端方向选择器实时联动 Neo4j，切换</a:t>
            </a:r>
            <a:r>
              <a:rPr 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23 个方向</a:t>
            </a: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即重新拉取对应子图，ECharts 力导向布局流畅重排，节点/关系数实时可见。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6" name="任意多边形 22"/>
          <p:cNvSpPr/>
          <p:nvPr/>
        </p:nvSpPr>
        <p:spPr>
          <a:xfrm rot="10800000" flipV="1">
            <a:off x="6884035" y="1625917"/>
            <a:ext cx="610235" cy="2239645"/>
          </a:xfrm>
          <a:custGeom>
            <a:avLst/>
            <a:gdLst>
              <a:gd name="connsiteX0" fmla="*/ 0 w 2040"/>
              <a:gd name="connsiteY0" fmla="*/ 1 h 1741"/>
              <a:gd name="connsiteX1" fmla="*/ 2019 w 2040"/>
              <a:gd name="connsiteY1" fmla="*/ 12 h 1741"/>
              <a:gd name="connsiteX2" fmla="*/ 2040 w 2040"/>
              <a:gd name="connsiteY2" fmla="*/ 1741 h 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0" h="1741">
                <a:moveTo>
                  <a:pt x="0" y="1"/>
                </a:moveTo>
                <a:cubicBezTo>
                  <a:pt x="19" y="-5"/>
                  <a:pt x="1977" y="12"/>
                  <a:pt x="2019" y="12"/>
                </a:cubicBezTo>
                <a:cubicBezTo>
                  <a:pt x="2036" y="1756"/>
                  <a:pt x="2027" y="950"/>
                  <a:pt x="2040" y="1741"/>
                </a:cubicBezTo>
              </a:path>
            </a:pathLst>
          </a:custGeom>
          <a:noFill/>
          <a:ln>
            <a:gradFill>
              <a:gsLst>
                <a:gs pos="0">
                  <a:srgbClr val="15A5FE"/>
                </a:gs>
                <a:gs pos="57000">
                  <a:srgbClr val="DAF1FF"/>
                </a:gs>
                <a:gs pos="100000">
                  <a:srgbClr val="15A5FE"/>
                </a:gs>
              </a:gsLst>
              <a:lin ang="1200000" scaled="0"/>
            </a:gra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任意多边形 28"/>
          <p:cNvSpPr/>
          <p:nvPr/>
        </p:nvSpPr>
        <p:spPr>
          <a:xfrm rot="10800000" flipV="1">
            <a:off x="8599805" y="2681287"/>
            <a:ext cx="1715770" cy="392430"/>
          </a:xfrm>
          <a:custGeom>
            <a:avLst/>
            <a:gdLst>
              <a:gd name="connsiteX0" fmla="*/ 0 w 2040"/>
              <a:gd name="connsiteY0" fmla="*/ 1 h 1741"/>
              <a:gd name="connsiteX1" fmla="*/ 2019 w 2040"/>
              <a:gd name="connsiteY1" fmla="*/ 12 h 1741"/>
              <a:gd name="connsiteX2" fmla="*/ 2040 w 2040"/>
              <a:gd name="connsiteY2" fmla="*/ 1741 h 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0" h="1741">
                <a:moveTo>
                  <a:pt x="0" y="1"/>
                </a:moveTo>
                <a:cubicBezTo>
                  <a:pt x="19" y="-5"/>
                  <a:pt x="1977" y="12"/>
                  <a:pt x="2019" y="12"/>
                </a:cubicBezTo>
                <a:cubicBezTo>
                  <a:pt x="2036" y="1756"/>
                  <a:pt x="2027" y="950"/>
                  <a:pt x="2040" y="1741"/>
                </a:cubicBezTo>
              </a:path>
            </a:pathLst>
          </a:custGeom>
          <a:noFill/>
          <a:ln>
            <a:gradFill>
              <a:gsLst>
                <a:gs pos="0">
                  <a:srgbClr val="15A5FE"/>
                </a:gs>
                <a:gs pos="57000">
                  <a:srgbClr val="DAF1FF"/>
                </a:gs>
                <a:gs pos="100000">
                  <a:srgbClr val="15A5FE"/>
                </a:gs>
              </a:gsLst>
              <a:lin ang="1200000" scaled="0"/>
            </a:gra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653020" y="1186497"/>
            <a:ext cx="914400" cy="914400"/>
          </a:xfrm>
          <a:prstGeom prst="ellipse">
            <a:avLst/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0471150" y="2259647"/>
            <a:ext cx="914400" cy="914400"/>
          </a:xfrm>
          <a:prstGeom prst="ellipse">
            <a:avLst/>
          </a:prstGeom>
          <a:gradFill>
            <a:gsLst>
              <a:gs pos="0">
                <a:srgbClr val="15A5FE"/>
              </a:gs>
              <a:gs pos="100000">
                <a:srgbClr val="DAF1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 flipH="1">
            <a:off x="9698355" y="3257549"/>
            <a:ext cx="2015490" cy="21132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b="1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按关系类型筛选视图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核心技能/相似方向/城市/学历/经验/薪资/福利多选组合，默认聚焦"核心技能+相似方向"，按需扩展画像维度，交互流畅。</a:t>
            </a:r>
            <a:endParaRPr lang="en-US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8692515" y="926785"/>
            <a:ext cx="3021330" cy="1603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400" b="1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级别视角与降级容错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"经验×薪资"雷达图提供级别维度视角；Neo4j 不可用时前端自动降级演示数据并明确标注，任何环境不白屏。</a:t>
            </a:r>
            <a:endParaRPr lang="en-US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2" name="锁"/>
          <p:cNvSpPr/>
          <p:nvPr/>
        </p:nvSpPr>
        <p:spPr>
          <a:xfrm>
            <a:off x="2685931" y="3010077"/>
            <a:ext cx="577215" cy="577215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扳手"/>
          <p:cNvSpPr/>
          <p:nvPr/>
        </p:nvSpPr>
        <p:spPr bwMode="auto">
          <a:xfrm>
            <a:off x="7832725" y="1326197"/>
            <a:ext cx="576000" cy="576000"/>
          </a:xfrm>
          <a:custGeom>
            <a:avLst/>
            <a:gdLst>
              <a:gd name="T0" fmla="*/ 1166395 w 3845"/>
              <a:gd name="T1" fmla="*/ 911373 h 3810"/>
              <a:gd name="T2" fmla="*/ 1340582 w 3845"/>
              <a:gd name="T3" fmla="*/ 945561 h 3810"/>
              <a:gd name="T4" fmla="*/ 1800397 w 3845"/>
              <a:gd name="T5" fmla="*/ 485660 h 3810"/>
              <a:gd name="T6" fmla="*/ 1793842 w 3845"/>
              <a:gd name="T7" fmla="*/ 407917 h 3810"/>
              <a:gd name="T8" fmla="*/ 1467476 w 3845"/>
              <a:gd name="T9" fmla="*/ 757292 h 3810"/>
              <a:gd name="T10" fmla="*/ 1159371 w 3845"/>
              <a:gd name="T11" fmla="*/ 701561 h 3810"/>
              <a:gd name="T12" fmla="*/ 1053548 w 3845"/>
              <a:gd name="T13" fmla="*/ 406512 h 3810"/>
              <a:gd name="T14" fmla="*/ 1405199 w 3845"/>
              <a:gd name="T15" fmla="*/ 30442 h 3810"/>
              <a:gd name="T16" fmla="*/ 1340582 w 3845"/>
              <a:gd name="T17" fmla="*/ 25290 h 3810"/>
              <a:gd name="T18" fmla="*/ 880766 w 3845"/>
              <a:gd name="T19" fmla="*/ 485660 h 3810"/>
              <a:gd name="T20" fmla="*/ 919162 w 3845"/>
              <a:gd name="T21" fmla="*/ 669246 h 3810"/>
              <a:gd name="T22" fmla="*/ 480418 w 3845"/>
              <a:gd name="T23" fmla="*/ 1205485 h 3810"/>
              <a:gd name="T24" fmla="*/ 398475 w 3845"/>
              <a:gd name="T25" fmla="*/ 1193309 h 3810"/>
              <a:gd name="T26" fmla="*/ 114720 w 3845"/>
              <a:gd name="T27" fmla="*/ 1477586 h 3810"/>
              <a:gd name="T28" fmla="*/ 398475 w 3845"/>
              <a:gd name="T29" fmla="*/ 1761395 h 3810"/>
              <a:gd name="T30" fmla="*/ 682699 w 3845"/>
              <a:gd name="T31" fmla="*/ 1477586 h 3810"/>
              <a:gd name="T32" fmla="*/ 661628 w 3845"/>
              <a:gd name="T33" fmla="*/ 1370338 h 3810"/>
              <a:gd name="T34" fmla="*/ 1166395 w 3845"/>
              <a:gd name="T35" fmla="*/ 911373 h 3810"/>
              <a:gd name="T36" fmla="*/ 398475 w 3845"/>
              <a:gd name="T37" fmla="*/ 1628389 h 3810"/>
              <a:gd name="T38" fmla="*/ 247701 w 3845"/>
              <a:gd name="T39" fmla="*/ 1477586 h 3810"/>
              <a:gd name="T40" fmla="*/ 398475 w 3845"/>
              <a:gd name="T41" fmla="*/ 1326315 h 3810"/>
              <a:gd name="T42" fmla="*/ 549718 w 3845"/>
              <a:gd name="T43" fmla="*/ 1477586 h 3810"/>
              <a:gd name="T44" fmla="*/ 398475 w 3845"/>
              <a:gd name="T45" fmla="*/ 1628389 h 3810"/>
              <a:gd name="T46" fmla="*/ 426102 w 3845"/>
              <a:gd name="T47" fmla="*/ 554973 h 3810"/>
              <a:gd name="T48" fmla="*/ 694874 w 3845"/>
              <a:gd name="T49" fmla="*/ 830820 h 3810"/>
              <a:gd name="T50" fmla="*/ 824109 w 3845"/>
              <a:gd name="T51" fmla="*/ 701561 h 3810"/>
              <a:gd name="T52" fmla="*/ 554869 w 3845"/>
              <a:gd name="T53" fmla="*/ 425713 h 3810"/>
              <a:gd name="T54" fmla="*/ 619486 w 3845"/>
              <a:gd name="T55" fmla="*/ 361084 h 3810"/>
              <a:gd name="T56" fmla="*/ 258471 w 3845"/>
              <a:gd name="T57" fmla="*/ 0 h 3810"/>
              <a:gd name="T58" fmla="*/ 0 w 3845"/>
              <a:gd name="T59" fmla="*/ 258051 h 3810"/>
              <a:gd name="T60" fmla="*/ 361484 w 3845"/>
              <a:gd name="T61" fmla="*/ 619134 h 3810"/>
              <a:gd name="T62" fmla="*/ 426102 w 3845"/>
              <a:gd name="T63" fmla="*/ 554973 h 3810"/>
              <a:gd name="T64" fmla="*/ 889663 w 3845"/>
              <a:gd name="T65" fmla="*/ 1296342 h 3810"/>
              <a:gd name="T66" fmla="*/ 890131 w 3845"/>
              <a:gd name="T67" fmla="*/ 1296342 h 3810"/>
              <a:gd name="T68" fmla="*/ 889663 w 3845"/>
              <a:gd name="T69" fmla="*/ 1296342 h 3810"/>
              <a:gd name="T70" fmla="*/ 1263321 w 3845"/>
              <a:gd name="T71" fmla="*/ 971788 h 3810"/>
              <a:gd name="T72" fmla="*/ 890131 w 3845"/>
              <a:gd name="T73" fmla="*/ 1296342 h 3810"/>
              <a:gd name="T74" fmla="*/ 1297035 w 3845"/>
              <a:gd name="T75" fmla="*/ 1713157 h 3810"/>
              <a:gd name="T76" fmla="*/ 1555037 w 3845"/>
              <a:gd name="T77" fmla="*/ 1713157 h 3810"/>
              <a:gd name="T78" fmla="*/ 1658519 w 3845"/>
              <a:gd name="T79" fmla="*/ 1610124 h 3810"/>
              <a:gd name="T80" fmla="*/ 1658519 w 3845"/>
              <a:gd name="T81" fmla="*/ 1352073 h 3810"/>
              <a:gd name="T82" fmla="*/ 1263321 w 3845"/>
              <a:gd name="T83" fmla="*/ 971788 h 3810"/>
              <a:gd name="T84" fmla="*/ 1441254 w 3845"/>
              <a:gd name="T85" fmla="*/ 1641970 h 3810"/>
              <a:gd name="T86" fmla="*/ 1376636 w 3845"/>
              <a:gd name="T87" fmla="*/ 1641970 h 3810"/>
              <a:gd name="T88" fmla="*/ 1044652 w 3845"/>
              <a:gd name="T89" fmla="*/ 1310392 h 3810"/>
              <a:gd name="T90" fmla="*/ 1044652 w 3845"/>
              <a:gd name="T91" fmla="*/ 1245293 h 3810"/>
              <a:gd name="T92" fmla="*/ 1109738 w 3845"/>
              <a:gd name="T93" fmla="*/ 1245293 h 3810"/>
              <a:gd name="T94" fmla="*/ 1441254 w 3845"/>
              <a:gd name="T95" fmla="*/ 1577340 h 3810"/>
              <a:gd name="T96" fmla="*/ 1441254 w 3845"/>
              <a:gd name="T97" fmla="*/ 1641970 h 3810"/>
              <a:gd name="T98" fmla="*/ 1587346 w 3845"/>
              <a:gd name="T99" fmla="*/ 1495851 h 3810"/>
              <a:gd name="T100" fmla="*/ 1522260 w 3845"/>
              <a:gd name="T101" fmla="*/ 1495851 h 3810"/>
              <a:gd name="T102" fmla="*/ 1190744 w 3845"/>
              <a:gd name="T103" fmla="*/ 1164272 h 3810"/>
              <a:gd name="T104" fmla="*/ 1190744 w 3845"/>
              <a:gd name="T105" fmla="*/ 1099642 h 3810"/>
              <a:gd name="T106" fmla="*/ 1255830 w 3845"/>
              <a:gd name="T107" fmla="*/ 1099642 h 3810"/>
              <a:gd name="T108" fmla="*/ 1587346 w 3845"/>
              <a:gd name="T109" fmla="*/ 1431221 h 3810"/>
              <a:gd name="T110" fmla="*/ 1587346 w 3845"/>
              <a:gd name="T111" fmla="*/ 1495851 h 3810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3845" h="3810">
                <a:moveTo>
                  <a:pt x="2491" y="1946"/>
                </a:moveTo>
                <a:cubicBezTo>
                  <a:pt x="2606" y="1993"/>
                  <a:pt x="2731" y="2019"/>
                  <a:pt x="2863" y="2019"/>
                </a:cubicBezTo>
                <a:cubicBezTo>
                  <a:pt x="3405" y="2019"/>
                  <a:pt x="3845" y="1579"/>
                  <a:pt x="3845" y="1037"/>
                </a:cubicBezTo>
                <a:cubicBezTo>
                  <a:pt x="3845" y="980"/>
                  <a:pt x="3840" y="925"/>
                  <a:pt x="3831" y="871"/>
                </a:cubicBezTo>
                <a:cubicBezTo>
                  <a:pt x="3134" y="1617"/>
                  <a:pt x="3134" y="1617"/>
                  <a:pt x="3134" y="1617"/>
                </a:cubicBezTo>
                <a:cubicBezTo>
                  <a:pt x="2476" y="1498"/>
                  <a:pt x="2476" y="1498"/>
                  <a:pt x="2476" y="1498"/>
                </a:cubicBezTo>
                <a:cubicBezTo>
                  <a:pt x="2250" y="868"/>
                  <a:pt x="2250" y="868"/>
                  <a:pt x="2250" y="868"/>
                </a:cubicBezTo>
                <a:cubicBezTo>
                  <a:pt x="3001" y="65"/>
                  <a:pt x="3001" y="65"/>
                  <a:pt x="3001" y="65"/>
                </a:cubicBezTo>
                <a:cubicBezTo>
                  <a:pt x="2956" y="59"/>
                  <a:pt x="2910" y="54"/>
                  <a:pt x="2863" y="54"/>
                </a:cubicBezTo>
                <a:cubicBezTo>
                  <a:pt x="2320" y="54"/>
                  <a:pt x="1881" y="494"/>
                  <a:pt x="1881" y="1037"/>
                </a:cubicBezTo>
                <a:cubicBezTo>
                  <a:pt x="1881" y="1176"/>
                  <a:pt x="1910" y="1309"/>
                  <a:pt x="1963" y="1429"/>
                </a:cubicBezTo>
                <a:cubicBezTo>
                  <a:pt x="1659" y="1963"/>
                  <a:pt x="1205" y="2409"/>
                  <a:pt x="1026" y="2574"/>
                </a:cubicBezTo>
                <a:cubicBezTo>
                  <a:pt x="971" y="2557"/>
                  <a:pt x="912" y="2548"/>
                  <a:pt x="851" y="2548"/>
                </a:cubicBezTo>
                <a:cubicBezTo>
                  <a:pt x="516" y="2548"/>
                  <a:pt x="245" y="2820"/>
                  <a:pt x="245" y="3155"/>
                </a:cubicBezTo>
                <a:cubicBezTo>
                  <a:pt x="245" y="3490"/>
                  <a:pt x="516" y="3761"/>
                  <a:pt x="851" y="3761"/>
                </a:cubicBezTo>
                <a:cubicBezTo>
                  <a:pt x="1186" y="3761"/>
                  <a:pt x="1458" y="3490"/>
                  <a:pt x="1458" y="3155"/>
                </a:cubicBezTo>
                <a:cubicBezTo>
                  <a:pt x="1458" y="3074"/>
                  <a:pt x="1442" y="2997"/>
                  <a:pt x="1413" y="2926"/>
                </a:cubicBezTo>
                <a:cubicBezTo>
                  <a:pt x="1548" y="2747"/>
                  <a:pt x="1914" y="2308"/>
                  <a:pt x="2491" y="1946"/>
                </a:cubicBezTo>
                <a:close/>
                <a:moveTo>
                  <a:pt x="851" y="3477"/>
                </a:moveTo>
                <a:cubicBezTo>
                  <a:pt x="673" y="3477"/>
                  <a:pt x="529" y="3333"/>
                  <a:pt x="529" y="3155"/>
                </a:cubicBezTo>
                <a:cubicBezTo>
                  <a:pt x="529" y="2976"/>
                  <a:pt x="673" y="2832"/>
                  <a:pt x="851" y="2832"/>
                </a:cubicBezTo>
                <a:cubicBezTo>
                  <a:pt x="1029" y="2832"/>
                  <a:pt x="1174" y="2976"/>
                  <a:pt x="1174" y="3155"/>
                </a:cubicBezTo>
                <a:cubicBezTo>
                  <a:pt x="1174" y="3333"/>
                  <a:pt x="1029" y="3477"/>
                  <a:pt x="851" y="3477"/>
                </a:cubicBezTo>
                <a:close/>
                <a:moveTo>
                  <a:pt x="910" y="1185"/>
                </a:moveTo>
                <a:cubicBezTo>
                  <a:pt x="1484" y="1774"/>
                  <a:pt x="1484" y="1774"/>
                  <a:pt x="1484" y="1774"/>
                </a:cubicBezTo>
                <a:cubicBezTo>
                  <a:pt x="1760" y="1498"/>
                  <a:pt x="1760" y="1498"/>
                  <a:pt x="1760" y="1498"/>
                </a:cubicBezTo>
                <a:cubicBezTo>
                  <a:pt x="1185" y="909"/>
                  <a:pt x="1185" y="909"/>
                  <a:pt x="1185" y="909"/>
                </a:cubicBezTo>
                <a:cubicBezTo>
                  <a:pt x="1323" y="771"/>
                  <a:pt x="1323" y="771"/>
                  <a:pt x="1323" y="771"/>
                </a:cubicBezTo>
                <a:cubicBezTo>
                  <a:pt x="552" y="0"/>
                  <a:pt x="552" y="0"/>
                  <a:pt x="552" y="0"/>
                </a:cubicBezTo>
                <a:cubicBezTo>
                  <a:pt x="0" y="551"/>
                  <a:pt x="0" y="551"/>
                  <a:pt x="0" y="551"/>
                </a:cubicBezTo>
                <a:cubicBezTo>
                  <a:pt x="772" y="1322"/>
                  <a:pt x="772" y="1322"/>
                  <a:pt x="772" y="1322"/>
                </a:cubicBezTo>
                <a:lnTo>
                  <a:pt x="910" y="1185"/>
                </a:lnTo>
                <a:close/>
                <a:moveTo>
                  <a:pt x="1900" y="2768"/>
                </a:moveTo>
                <a:cubicBezTo>
                  <a:pt x="1900" y="2768"/>
                  <a:pt x="1901" y="2768"/>
                  <a:pt x="1901" y="2768"/>
                </a:cubicBezTo>
                <a:cubicBezTo>
                  <a:pt x="1900" y="2767"/>
                  <a:pt x="1900" y="2768"/>
                  <a:pt x="1900" y="2768"/>
                </a:cubicBezTo>
                <a:close/>
                <a:moveTo>
                  <a:pt x="2698" y="2075"/>
                </a:moveTo>
                <a:cubicBezTo>
                  <a:pt x="2698" y="2075"/>
                  <a:pt x="2225" y="2203"/>
                  <a:pt x="1901" y="2768"/>
                </a:cubicBezTo>
                <a:cubicBezTo>
                  <a:pt x="1926" y="2776"/>
                  <a:pt x="2770" y="3658"/>
                  <a:pt x="2770" y="3658"/>
                </a:cubicBezTo>
                <a:cubicBezTo>
                  <a:pt x="2923" y="3810"/>
                  <a:pt x="3169" y="3810"/>
                  <a:pt x="3321" y="3658"/>
                </a:cubicBezTo>
                <a:cubicBezTo>
                  <a:pt x="3542" y="3438"/>
                  <a:pt x="3542" y="3438"/>
                  <a:pt x="3542" y="3438"/>
                </a:cubicBezTo>
                <a:cubicBezTo>
                  <a:pt x="3694" y="3285"/>
                  <a:pt x="3694" y="3039"/>
                  <a:pt x="3542" y="2887"/>
                </a:cubicBezTo>
                <a:lnTo>
                  <a:pt x="2698" y="2075"/>
                </a:lnTo>
                <a:close/>
                <a:moveTo>
                  <a:pt x="3078" y="3506"/>
                </a:moveTo>
                <a:cubicBezTo>
                  <a:pt x="3040" y="3544"/>
                  <a:pt x="2978" y="3544"/>
                  <a:pt x="2940" y="3506"/>
                </a:cubicBezTo>
                <a:cubicBezTo>
                  <a:pt x="2231" y="2798"/>
                  <a:pt x="2231" y="2798"/>
                  <a:pt x="2231" y="2798"/>
                </a:cubicBezTo>
                <a:cubicBezTo>
                  <a:pt x="2193" y="2760"/>
                  <a:pt x="2193" y="2698"/>
                  <a:pt x="2231" y="2659"/>
                </a:cubicBezTo>
                <a:cubicBezTo>
                  <a:pt x="2270" y="2621"/>
                  <a:pt x="2332" y="2621"/>
                  <a:pt x="2370" y="2659"/>
                </a:cubicBezTo>
                <a:cubicBezTo>
                  <a:pt x="3078" y="3368"/>
                  <a:pt x="3078" y="3368"/>
                  <a:pt x="3078" y="3368"/>
                </a:cubicBezTo>
                <a:cubicBezTo>
                  <a:pt x="3116" y="3406"/>
                  <a:pt x="3116" y="3468"/>
                  <a:pt x="3078" y="3506"/>
                </a:cubicBezTo>
                <a:close/>
                <a:moveTo>
                  <a:pt x="3390" y="3194"/>
                </a:moveTo>
                <a:cubicBezTo>
                  <a:pt x="3352" y="3233"/>
                  <a:pt x="3290" y="3233"/>
                  <a:pt x="3251" y="3194"/>
                </a:cubicBezTo>
                <a:cubicBezTo>
                  <a:pt x="2543" y="2486"/>
                  <a:pt x="2543" y="2486"/>
                  <a:pt x="2543" y="2486"/>
                </a:cubicBezTo>
                <a:cubicBezTo>
                  <a:pt x="2505" y="2448"/>
                  <a:pt x="2505" y="2386"/>
                  <a:pt x="2543" y="2348"/>
                </a:cubicBezTo>
                <a:cubicBezTo>
                  <a:pt x="2581" y="2309"/>
                  <a:pt x="2643" y="2309"/>
                  <a:pt x="2682" y="2348"/>
                </a:cubicBezTo>
                <a:cubicBezTo>
                  <a:pt x="3390" y="3056"/>
                  <a:pt x="3390" y="3056"/>
                  <a:pt x="3390" y="3056"/>
                </a:cubicBezTo>
                <a:cubicBezTo>
                  <a:pt x="3428" y="3094"/>
                  <a:pt x="3428" y="3156"/>
                  <a:pt x="3390" y="31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微软雅黑 Light" panose="020B0502040204020203" pitchFamily="34" charset="-122"/>
            </a:endParaRPr>
          </a:p>
        </p:txBody>
      </p:sp>
      <p:sp>
        <p:nvSpPr>
          <p:cNvPr id="34" name="望远镜"/>
          <p:cNvSpPr/>
          <p:nvPr/>
        </p:nvSpPr>
        <p:spPr bwMode="auto">
          <a:xfrm>
            <a:off x="10623550" y="2381567"/>
            <a:ext cx="612000" cy="612000"/>
          </a:xfrm>
          <a:custGeom>
            <a:avLst/>
            <a:gdLst>
              <a:gd name="T0" fmla="*/ 1664961 w 3217"/>
              <a:gd name="T1" fmla="*/ 505260 h 2609"/>
              <a:gd name="T2" fmla="*/ 1422633 w 3217"/>
              <a:gd name="T3" fmla="*/ 98027 h 2609"/>
              <a:gd name="T4" fmla="*/ 1220039 w 3217"/>
              <a:gd name="T5" fmla="*/ 5602 h 2609"/>
              <a:gd name="T6" fmla="*/ 1016326 w 3217"/>
              <a:gd name="T7" fmla="*/ 235265 h 2609"/>
              <a:gd name="T8" fmla="*/ 1016326 w 3217"/>
              <a:gd name="T9" fmla="*/ 268314 h 2609"/>
              <a:gd name="T10" fmla="*/ 901598 w 3217"/>
              <a:gd name="T11" fmla="*/ 244788 h 2609"/>
              <a:gd name="T12" fmla="*/ 784071 w 3217"/>
              <a:gd name="T13" fmla="*/ 269435 h 2609"/>
              <a:gd name="T14" fmla="*/ 784071 w 3217"/>
              <a:gd name="T15" fmla="*/ 235265 h 2609"/>
              <a:gd name="T16" fmla="*/ 580358 w 3217"/>
              <a:gd name="T17" fmla="*/ 5602 h 2609"/>
              <a:gd name="T18" fmla="*/ 377764 w 3217"/>
              <a:gd name="T19" fmla="*/ 98027 h 2609"/>
              <a:gd name="T20" fmla="*/ 135436 w 3217"/>
              <a:gd name="T21" fmla="*/ 505260 h 2609"/>
              <a:gd name="T22" fmla="*/ 29661 w 3217"/>
              <a:gd name="T23" fmla="*/ 1096224 h 2609"/>
              <a:gd name="T24" fmla="*/ 29661 w 3217"/>
              <a:gd name="T25" fmla="*/ 1096224 h 2609"/>
              <a:gd name="T26" fmla="*/ 406307 w 3217"/>
              <a:gd name="T27" fmla="*/ 1461445 h 2609"/>
              <a:gd name="T28" fmla="*/ 783511 w 3217"/>
              <a:gd name="T29" fmla="*/ 1082220 h 2609"/>
              <a:gd name="T30" fmla="*/ 783511 w 3217"/>
              <a:gd name="T31" fmla="*/ 991475 h 2609"/>
              <a:gd name="T32" fmla="*/ 901598 w 3217"/>
              <a:gd name="T33" fmla="*/ 933219 h 2609"/>
              <a:gd name="T34" fmla="*/ 1018005 w 3217"/>
              <a:gd name="T35" fmla="*/ 989234 h 2609"/>
              <a:gd name="T36" fmla="*/ 1017445 w 3217"/>
              <a:gd name="T37" fmla="*/ 1082220 h 2609"/>
              <a:gd name="T38" fmla="*/ 1394090 w 3217"/>
              <a:gd name="T39" fmla="*/ 1461445 h 2609"/>
              <a:gd name="T40" fmla="*/ 1770736 w 3217"/>
              <a:gd name="T41" fmla="*/ 1096224 h 2609"/>
              <a:gd name="T42" fmla="*/ 1770736 w 3217"/>
              <a:gd name="T43" fmla="*/ 1096224 h 2609"/>
              <a:gd name="T44" fmla="*/ 1664961 w 3217"/>
              <a:gd name="T45" fmla="*/ 505260 h 2609"/>
              <a:gd name="T46" fmla="*/ 406307 w 3217"/>
              <a:gd name="T47" fmla="*/ 1296759 h 2609"/>
              <a:gd name="T48" fmla="*/ 192520 w 3217"/>
              <a:gd name="T49" fmla="*/ 1082220 h 2609"/>
              <a:gd name="T50" fmla="*/ 406307 w 3217"/>
              <a:gd name="T51" fmla="*/ 867120 h 2609"/>
              <a:gd name="T52" fmla="*/ 620093 w 3217"/>
              <a:gd name="T53" fmla="*/ 1082220 h 2609"/>
              <a:gd name="T54" fmla="*/ 406307 w 3217"/>
              <a:gd name="T55" fmla="*/ 1296759 h 2609"/>
              <a:gd name="T56" fmla="*/ 1394090 w 3217"/>
              <a:gd name="T57" fmla="*/ 1296759 h 2609"/>
              <a:gd name="T58" fmla="*/ 1180304 w 3217"/>
              <a:gd name="T59" fmla="*/ 1082220 h 2609"/>
              <a:gd name="T60" fmla="*/ 1394090 w 3217"/>
              <a:gd name="T61" fmla="*/ 867120 h 2609"/>
              <a:gd name="T62" fmla="*/ 1607877 w 3217"/>
              <a:gd name="T63" fmla="*/ 1082220 h 2609"/>
              <a:gd name="T64" fmla="*/ 1394090 w 3217"/>
              <a:gd name="T65" fmla="*/ 1296759 h 2609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3217" h="2609">
                <a:moveTo>
                  <a:pt x="2975" y="902"/>
                </a:moveTo>
                <a:cubicBezTo>
                  <a:pt x="2822" y="501"/>
                  <a:pt x="2663" y="301"/>
                  <a:pt x="2542" y="175"/>
                </a:cubicBezTo>
                <a:cubicBezTo>
                  <a:pt x="2457" y="87"/>
                  <a:pt x="2337" y="0"/>
                  <a:pt x="2180" y="10"/>
                </a:cubicBezTo>
                <a:cubicBezTo>
                  <a:pt x="1993" y="22"/>
                  <a:pt x="1816" y="215"/>
                  <a:pt x="1816" y="420"/>
                </a:cubicBezTo>
                <a:cubicBezTo>
                  <a:pt x="1816" y="422"/>
                  <a:pt x="1816" y="443"/>
                  <a:pt x="1816" y="479"/>
                </a:cubicBezTo>
                <a:cubicBezTo>
                  <a:pt x="1751" y="452"/>
                  <a:pt x="1682" y="437"/>
                  <a:pt x="1611" y="437"/>
                </a:cubicBezTo>
                <a:cubicBezTo>
                  <a:pt x="1538" y="437"/>
                  <a:pt x="1468" y="453"/>
                  <a:pt x="1401" y="481"/>
                </a:cubicBezTo>
                <a:cubicBezTo>
                  <a:pt x="1401" y="444"/>
                  <a:pt x="1401" y="422"/>
                  <a:pt x="1401" y="420"/>
                </a:cubicBezTo>
                <a:cubicBezTo>
                  <a:pt x="1401" y="215"/>
                  <a:pt x="1224" y="22"/>
                  <a:pt x="1037" y="10"/>
                </a:cubicBezTo>
                <a:cubicBezTo>
                  <a:pt x="880" y="0"/>
                  <a:pt x="760" y="87"/>
                  <a:pt x="675" y="175"/>
                </a:cubicBezTo>
                <a:cubicBezTo>
                  <a:pt x="554" y="301"/>
                  <a:pt x="395" y="501"/>
                  <a:pt x="242" y="902"/>
                </a:cubicBezTo>
                <a:cubicBezTo>
                  <a:pt x="0" y="1536"/>
                  <a:pt x="53" y="1957"/>
                  <a:pt x="53" y="1957"/>
                </a:cubicBezTo>
                <a:cubicBezTo>
                  <a:pt x="53" y="1957"/>
                  <a:pt x="53" y="1957"/>
                  <a:pt x="53" y="1957"/>
                </a:cubicBezTo>
                <a:cubicBezTo>
                  <a:pt x="66" y="2319"/>
                  <a:pt x="362" y="2609"/>
                  <a:pt x="726" y="2609"/>
                </a:cubicBezTo>
                <a:cubicBezTo>
                  <a:pt x="1099" y="2609"/>
                  <a:pt x="1400" y="2305"/>
                  <a:pt x="1400" y="1932"/>
                </a:cubicBezTo>
                <a:cubicBezTo>
                  <a:pt x="1400" y="1928"/>
                  <a:pt x="1400" y="1849"/>
                  <a:pt x="1400" y="1770"/>
                </a:cubicBezTo>
                <a:cubicBezTo>
                  <a:pt x="1447" y="1707"/>
                  <a:pt x="1524" y="1666"/>
                  <a:pt x="1611" y="1666"/>
                </a:cubicBezTo>
                <a:cubicBezTo>
                  <a:pt x="1694" y="1666"/>
                  <a:pt x="1771" y="1708"/>
                  <a:pt x="1819" y="1766"/>
                </a:cubicBezTo>
                <a:cubicBezTo>
                  <a:pt x="1819" y="1848"/>
                  <a:pt x="1818" y="1928"/>
                  <a:pt x="1818" y="1932"/>
                </a:cubicBezTo>
                <a:cubicBezTo>
                  <a:pt x="1818" y="2305"/>
                  <a:pt x="2118" y="2609"/>
                  <a:pt x="2491" y="2609"/>
                </a:cubicBezTo>
                <a:cubicBezTo>
                  <a:pt x="2855" y="2609"/>
                  <a:pt x="3151" y="2319"/>
                  <a:pt x="3164" y="1957"/>
                </a:cubicBezTo>
                <a:cubicBezTo>
                  <a:pt x="3164" y="1957"/>
                  <a:pt x="3164" y="1957"/>
                  <a:pt x="3164" y="1957"/>
                </a:cubicBezTo>
                <a:cubicBezTo>
                  <a:pt x="3164" y="1957"/>
                  <a:pt x="3217" y="1536"/>
                  <a:pt x="2975" y="902"/>
                </a:cubicBezTo>
                <a:close/>
                <a:moveTo>
                  <a:pt x="726" y="2315"/>
                </a:moveTo>
                <a:cubicBezTo>
                  <a:pt x="515" y="2315"/>
                  <a:pt x="344" y="2143"/>
                  <a:pt x="344" y="1932"/>
                </a:cubicBezTo>
                <a:cubicBezTo>
                  <a:pt x="344" y="1720"/>
                  <a:pt x="515" y="1548"/>
                  <a:pt x="726" y="1548"/>
                </a:cubicBezTo>
                <a:cubicBezTo>
                  <a:pt x="937" y="1548"/>
                  <a:pt x="1108" y="1720"/>
                  <a:pt x="1108" y="1932"/>
                </a:cubicBezTo>
                <a:cubicBezTo>
                  <a:pt x="1108" y="2143"/>
                  <a:pt x="937" y="2315"/>
                  <a:pt x="726" y="2315"/>
                </a:cubicBezTo>
                <a:close/>
                <a:moveTo>
                  <a:pt x="2491" y="2315"/>
                </a:moveTo>
                <a:cubicBezTo>
                  <a:pt x="2280" y="2315"/>
                  <a:pt x="2109" y="2143"/>
                  <a:pt x="2109" y="1932"/>
                </a:cubicBezTo>
                <a:cubicBezTo>
                  <a:pt x="2109" y="1720"/>
                  <a:pt x="2280" y="1548"/>
                  <a:pt x="2491" y="1548"/>
                </a:cubicBezTo>
                <a:cubicBezTo>
                  <a:pt x="2702" y="1548"/>
                  <a:pt x="2873" y="1720"/>
                  <a:pt x="2873" y="1932"/>
                </a:cubicBezTo>
                <a:cubicBezTo>
                  <a:pt x="2873" y="2143"/>
                  <a:pt x="2702" y="2315"/>
                  <a:pt x="2491" y="23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微软雅黑 Light" panose="020B0502040204020203" pitchFamily="34" charset="-122"/>
            </a:endParaRPr>
          </a:p>
        </p:txBody>
      </p:sp>
      <p:sp>
        <p:nvSpPr>
          <p:cNvPr id="35" name="文本框 20"/>
          <p:cNvSpPr txBox="1"/>
          <p:nvPr/>
        </p:nvSpPr>
        <p:spPr>
          <a:xfrm flipH="1">
            <a:off x="2928620" y="5830252"/>
            <a:ext cx="129413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0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01 </a:t>
            </a:r>
            <a:endParaRPr lang="en-US" altLang="zh-CN" sz="2000" b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20"/>
          <p:cNvSpPr txBox="1"/>
          <p:nvPr/>
        </p:nvSpPr>
        <p:spPr>
          <a:xfrm flipH="1">
            <a:off x="4607560" y="5130482"/>
            <a:ext cx="129413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0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02 </a:t>
            </a:r>
            <a:endParaRPr lang="en-US" altLang="zh-CN" sz="2000" b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7" name="文本框 20"/>
          <p:cNvSpPr txBox="1"/>
          <p:nvPr/>
        </p:nvSpPr>
        <p:spPr>
          <a:xfrm flipH="1">
            <a:off x="6303645" y="4310062"/>
            <a:ext cx="129413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0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03 </a:t>
            </a:r>
            <a:endParaRPr lang="en-US" altLang="zh-CN" sz="2000" b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8" name="文本框 20"/>
          <p:cNvSpPr txBox="1"/>
          <p:nvPr/>
        </p:nvSpPr>
        <p:spPr>
          <a:xfrm flipH="1">
            <a:off x="8000365" y="3537902"/>
            <a:ext cx="129413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0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04 </a:t>
            </a:r>
            <a:endParaRPr lang="en-US" altLang="zh-CN" sz="2000" b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3365" y="84582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rgbClr val="15A5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核心功能③：新一代信息技术岗位全景图谱</a:t>
            </a:r>
            <a:endParaRPr lang="zh-CN" altLang="en-US" sz="2400" b="1">
              <a:solidFill>
                <a:srgbClr val="15A5F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0" name="Picture 39" descr="im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0" y="3629025"/>
            <a:ext cx="5394960" cy="2901246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508000" y="86233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核心功能④：人岗匹配度诊断与差距分析</a:t>
            </a:r>
            <a:endParaRPr lang="en-US" sz="1100"/>
          </a:p>
        </p:txBody>
      </p:sp>
      <p:sp>
        <p:nvSpPr>
          <p:cNvPr id="7" name="AutoShape 5"/>
          <p:cNvSpPr/>
          <p:nvPr/>
        </p:nvSpPr>
        <p:spPr>
          <a:xfrm>
            <a:off x="508000" y="1624330"/>
            <a:ext cx="11176000" cy="812800"/>
          </a:xfrm>
          <a:prstGeom prst="flowChartAlternateProcess">
            <a:avLst/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/>
        </p:nvSpPr>
        <p:spPr>
          <a:xfrm>
            <a:off x="762000" y="177673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两段式简历解析：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PDF/Word → 文本(pdfplumber 主力、PyMuPDF 兜底、扫描件 OCR)→ LLM 结构化 JSON → 字典归一化入库；两段式指"文件→文本、文本→JSON"；真实简历提取准确率 96.0%。</a:t>
            </a:r>
            <a:endParaRPr lang="en-US" sz="1100"/>
          </a:p>
        </p:txBody>
      </p:sp>
      <p:sp>
        <p:nvSpPr>
          <p:cNvPr id="10" name="AutoShape 7"/>
          <p:cNvSpPr/>
          <p:nvPr/>
        </p:nvSpPr>
        <p:spPr>
          <a:xfrm>
            <a:off x="508000" y="276733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三段式混合推荐(Precision@5 = 90.8%)</a:t>
            </a:r>
            <a:endParaRPr lang="en-US" sz="1100"/>
          </a:p>
        </p:txBody>
      </p:sp>
      <p:cxnSp>
        <p:nvCxnSpPr>
          <p:cNvPr id="12" name="Connector 8"/>
          <p:cNvCxnSpPr/>
          <p:nvPr/>
        </p:nvCxnSpPr>
        <p:spPr>
          <a:xfrm rot="-8185">
            <a:off x="508008" y="320548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9"/>
          <p:cNvSpPr/>
          <p:nvPr>
            <p:custDataLst>
              <p:tags r:id="rId1"/>
            </p:custDataLst>
          </p:nvPr>
        </p:nvSpPr>
        <p:spPr>
          <a:xfrm>
            <a:off x="508000" y="340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3529330"/>
            <a:ext cx="304800" cy="304800"/>
          </a:xfrm>
          <a:prstGeom prst="rect">
            <a:avLst/>
          </a:prstGeom>
        </p:spPr>
      </p:pic>
      <p:sp>
        <p:nvSpPr>
          <p:cNvPr id="17" name="AutoShape 11"/>
          <p:cNvSpPr/>
          <p:nvPr>
            <p:custDataLst>
              <p:tags r:id="rId5"/>
            </p:custDataLst>
          </p:nvPr>
        </p:nvSpPr>
        <p:spPr>
          <a:xfrm>
            <a:off x="952500" y="352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技能召回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统计技能命中数，必备技能 ×2 加权，取 Top30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2"/>
          <p:cNvSpPr/>
          <p:nvPr>
            <p:custDataLst>
              <p:tags r:id="rId6"/>
            </p:custDataLst>
          </p:nvPr>
        </p:nvSpPr>
        <p:spPr>
          <a:xfrm>
            <a:off x="2349500" y="340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6500" y="3529330"/>
            <a:ext cx="304800" cy="304800"/>
          </a:xfrm>
          <a:prstGeom prst="rect">
            <a:avLst/>
          </a:prstGeom>
        </p:spPr>
      </p:pic>
      <p:sp>
        <p:nvSpPr>
          <p:cNvPr id="23" name="AutoShape 14"/>
          <p:cNvSpPr/>
          <p:nvPr>
            <p:custDataLst>
              <p:tags r:id="rId10"/>
            </p:custDataLst>
          </p:nvPr>
        </p:nvSpPr>
        <p:spPr>
          <a:xfrm>
            <a:off x="2794000" y="352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向量召回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简历文本向量化查 ChromaDB，补语义盲区，取 Top30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15"/>
          <p:cNvSpPr/>
          <p:nvPr>
            <p:custDataLst>
              <p:tags r:id="rId11"/>
            </p:custDataLst>
          </p:nvPr>
        </p:nvSpPr>
        <p:spPr>
          <a:xfrm>
            <a:off x="4191000" y="340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18000" y="3529330"/>
            <a:ext cx="304800" cy="304800"/>
          </a:xfrm>
          <a:prstGeom prst="rect">
            <a:avLst/>
          </a:prstGeom>
        </p:spPr>
      </p:pic>
      <p:sp>
        <p:nvSpPr>
          <p:cNvPr id="27" name="AutoShape 17"/>
          <p:cNvSpPr/>
          <p:nvPr>
            <p:custDataLst>
              <p:tags r:id="rId15"/>
            </p:custDataLst>
          </p:nvPr>
        </p:nvSpPr>
        <p:spPr>
          <a:xfrm>
            <a:off x="4635500" y="352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融合粗排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量纲统一 0~100，融合分取两路较大值，Top15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8"/>
          <p:cNvSpPr/>
          <p:nvPr>
            <p:custDataLst>
              <p:tags r:id="rId16"/>
            </p:custDataLst>
          </p:nvPr>
        </p:nvSpPr>
        <p:spPr>
          <a:xfrm>
            <a:off x="508000" y="467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4799330"/>
            <a:ext cx="304800" cy="304800"/>
          </a:xfrm>
          <a:prstGeom prst="rect">
            <a:avLst/>
          </a:prstGeom>
        </p:spPr>
      </p:pic>
      <p:sp>
        <p:nvSpPr>
          <p:cNvPr id="30" name="AutoShape 20"/>
          <p:cNvSpPr/>
          <p:nvPr>
            <p:custDataLst>
              <p:tags r:id="rId20"/>
            </p:custDataLst>
          </p:nvPr>
        </p:nvSpPr>
        <p:spPr>
          <a:xfrm>
            <a:off x="952500" y="4799330"/>
            <a:ext cx="1206500" cy="762000"/>
          </a:xfrm>
          <a:prstGeom prst="flowChartAlternateProcess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LLM 精排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glm-4-flash 逐岗打分 + 一句话推荐理由，Top10 落库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21"/>
          <p:cNvSpPr/>
          <p:nvPr>
            <p:custDataLst>
              <p:tags r:id="rId21"/>
            </p:custDataLst>
          </p:nvPr>
        </p:nvSpPr>
        <p:spPr>
          <a:xfrm>
            <a:off x="2349500" y="467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2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76500" y="4799330"/>
            <a:ext cx="304800" cy="304800"/>
          </a:xfrm>
          <a:prstGeom prst="rect">
            <a:avLst/>
          </a:prstGeom>
        </p:spPr>
      </p:pic>
      <p:sp>
        <p:nvSpPr>
          <p:cNvPr id="33" name="AutoShape 23"/>
          <p:cNvSpPr/>
          <p:nvPr>
            <p:custDataLst>
              <p:tags r:id="rId25"/>
            </p:custDataLst>
          </p:nvPr>
        </p:nvSpPr>
        <p:spPr>
          <a:xfrm>
            <a:off x="2794000" y="4799330"/>
            <a:ext cx="1206500" cy="762000"/>
          </a:xfrm>
          <a:prstGeom prst="flowChartAlternateProcess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硬规则兜底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资历错配代码强制降权(×0.5 / ×0.75)，不完全信任模型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24"/>
          <p:cNvSpPr/>
          <p:nvPr>
            <p:custDataLst>
              <p:tags r:id="rId26"/>
            </p:custDataLst>
          </p:nvPr>
        </p:nvSpPr>
        <p:spPr>
          <a:xfrm>
            <a:off x="4191000" y="467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18000" y="4799330"/>
            <a:ext cx="304800" cy="304800"/>
          </a:xfrm>
          <a:prstGeom prst="rect">
            <a:avLst/>
          </a:prstGeom>
        </p:spPr>
      </p:pic>
      <p:sp>
        <p:nvSpPr>
          <p:cNvPr id="36" name="AutoShape 26"/>
          <p:cNvSpPr/>
          <p:nvPr>
            <p:custDataLst>
              <p:tags r:id="rId30"/>
            </p:custDataLst>
          </p:nvPr>
        </p:nvSpPr>
        <p:spPr>
          <a:xfrm>
            <a:off x="4635500" y="479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⑥ 差距分析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顾问多智能体输出差距分析与学习路径规划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27"/>
          <p:cNvSpPr/>
          <p:nvPr/>
        </p:nvSpPr>
        <p:spPr>
          <a:xfrm>
            <a:off x="6350000" y="276733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评测与迭代：</a:t>
            </a:r>
            <a:endParaRPr lang="en-US" sz="1100"/>
          </a:p>
        </p:txBody>
      </p:sp>
      <p:cxnSp>
        <p:nvCxnSpPr>
          <p:cNvPr id="38" name="Connector 28"/>
          <p:cNvCxnSpPr/>
          <p:nvPr/>
        </p:nvCxnSpPr>
        <p:spPr>
          <a:xfrm rot="-8185">
            <a:off x="6350008" y="320548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" name="AutoShape 29"/>
          <p:cNvSpPr/>
          <p:nvPr/>
        </p:nvSpPr>
        <p:spPr>
          <a:xfrm>
            <a:off x="6350000" y="3402330"/>
            <a:ext cx="5334000" cy="698500"/>
          </a:xfrm>
          <a:prstGeom prst="flowChartAlternateProcess">
            <a:avLst/>
          </a:prstGeom>
          <a:solidFill>
            <a:srgbClr val="EFF6FF">
              <a:alpha val="50000"/>
            </a:srgbClr>
          </a:solidFill>
          <a:ln cap="flat" cmpd="sng">
            <a:solidFill>
              <a:srgbClr val="C0D0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30"/>
          <p:cNvSpPr/>
          <p:nvPr/>
        </p:nvSpPr>
        <p:spPr>
          <a:xfrm>
            <a:off x="6350000" y="3402330"/>
            <a:ext cx="50800" cy="698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31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540500" y="3592830"/>
            <a:ext cx="304800" cy="304800"/>
          </a:xfrm>
          <a:prstGeom prst="rect">
            <a:avLst/>
          </a:prstGeom>
        </p:spPr>
      </p:pic>
      <p:sp>
        <p:nvSpPr>
          <p:cNvPr id="42" name="AutoShape 32"/>
          <p:cNvSpPr/>
          <p:nvPr/>
        </p:nvSpPr>
        <p:spPr>
          <a:xfrm>
            <a:off x="6985000" y="346583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规则判定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合成集 16 简历 × Top10 共 160 对，匹配命中率 100%。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33"/>
          <p:cNvSpPr/>
          <p:nvPr/>
        </p:nvSpPr>
        <p:spPr>
          <a:xfrm>
            <a:off x="6350000" y="4164330"/>
            <a:ext cx="5334000" cy="698500"/>
          </a:xfrm>
          <a:prstGeom prst="flowChartAlternateProcess">
            <a:avLst/>
          </a:prstGeom>
          <a:solidFill>
            <a:srgbClr val="EFF6FF">
              <a:alpha val="50000"/>
            </a:srgbClr>
          </a:solidFill>
          <a:ln cap="flat" cmpd="sng">
            <a:solidFill>
              <a:srgbClr val="C0D0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34"/>
          <p:cNvSpPr/>
          <p:nvPr/>
        </p:nvSpPr>
        <p:spPr>
          <a:xfrm>
            <a:off x="6350000" y="4164330"/>
            <a:ext cx="50800" cy="698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35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540500" y="4354830"/>
            <a:ext cx="304800" cy="304800"/>
          </a:xfrm>
          <a:prstGeom prst="rect">
            <a:avLst/>
          </a:prstGeom>
        </p:spPr>
      </p:pic>
      <p:sp>
        <p:nvSpPr>
          <p:cNvPr id="46" name="AutoShape 36"/>
          <p:cNvSpPr/>
          <p:nvPr/>
        </p:nvSpPr>
        <p:spPr>
          <a:xfrm>
            <a:off x="6985000" y="422783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人工标注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真实集 13 份 × Top5 逐条二元标注，P@5 = 90.8%。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37"/>
          <p:cNvSpPr/>
          <p:nvPr/>
        </p:nvSpPr>
        <p:spPr>
          <a:xfrm>
            <a:off x="6350000" y="4926330"/>
            <a:ext cx="5334000" cy="793750"/>
          </a:xfrm>
          <a:prstGeom prst="flowChartAlternateProcess">
            <a:avLst/>
          </a:prstGeom>
          <a:solidFill>
            <a:srgbClr val="EFF6FF">
              <a:alpha val="50000"/>
            </a:srgbClr>
          </a:solidFill>
          <a:ln cap="flat" cmpd="sng">
            <a:solidFill>
              <a:srgbClr val="C0D0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38"/>
          <p:cNvSpPr/>
          <p:nvPr/>
        </p:nvSpPr>
        <p:spPr>
          <a:xfrm>
            <a:off x="6350000" y="4960620"/>
            <a:ext cx="50800" cy="698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39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40500" y="5116830"/>
            <a:ext cx="304800" cy="304800"/>
          </a:xfrm>
          <a:prstGeom prst="rect">
            <a:avLst/>
          </a:prstGeom>
        </p:spPr>
      </p:pic>
      <p:sp>
        <p:nvSpPr>
          <p:cNvPr id="50" name="AutoShape 40"/>
          <p:cNvSpPr/>
          <p:nvPr/>
        </p:nvSpPr>
        <p:spPr>
          <a:xfrm>
            <a:off x="6985000" y="4989830"/>
            <a:ext cx="4699000" cy="635000"/>
          </a:xfrm>
          <a:prstGeom prst="flowChartAlternateProcess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闭环修复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评测暴露的资历错配、技能泛化逐轮修复并复测。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41"/>
          <p:cNvSpPr/>
          <p:nvPr/>
        </p:nvSpPr>
        <p:spPr>
          <a:xfrm>
            <a:off x="508000" y="6059170"/>
            <a:ext cx="11176000" cy="508000"/>
          </a:xfrm>
          <a:prstGeom prst="flowChartAlternateProcess">
            <a:avLst/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42"/>
          <p:cNvSpPr/>
          <p:nvPr/>
        </p:nvSpPr>
        <p:spPr>
          <a:xfrm>
            <a:off x="635000" y="616077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价值总结：从"岗位列表"到"可解释的匹配分 + 差距分析 + 学习路径"；每次推荐的四路分数快照全部落库，结果可回溯可审计。</a:t>
            </a:r>
            <a:endParaRPr lang="en-US" sz="1100"/>
          </a:p>
        </p:txBody>
      </p:sp>
      <p:pic>
        <p:nvPicPr>
          <p:cNvPr id="53" name="Picture 52" descr="img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00315" y="147955"/>
            <a:ext cx="2084070" cy="1476375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6" name="矩形: 圆角 1"/>
          <p:cNvSpPr/>
          <p:nvPr>
            <p:custDataLst>
              <p:tags r:id="rId1"/>
            </p:custDataLst>
          </p:nvPr>
        </p:nvSpPr>
        <p:spPr>
          <a:xfrm>
            <a:off x="191770" y="3012440"/>
            <a:ext cx="7768590" cy="295148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19" name="椭圆 18"/>
          <p:cNvSpPr/>
          <p:nvPr>
            <p:custDataLst>
              <p:tags r:id="rId2"/>
            </p:custDataLst>
          </p:nvPr>
        </p:nvSpPr>
        <p:spPr>
          <a:xfrm>
            <a:off x="5902867" y="1656885"/>
            <a:ext cx="1917290" cy="1917290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3112012" y="1609324"/>
            <a:ext cx="1917290" cy="1917290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13" name="椭圆 12"/>
          <p:cNvSpPr/>
          <p:nvPr>
            <p:custDataLst>
              <p:tags r:id="rId4"/>
            </p:custDataLst>
          </p:nvPr>
        </p:nvSpPr>
        <p:spPr>
          <a:xfrm>
            <a:off x="315233" y="1658721"/>
            <a:ext cx="1917290" cy="1917290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-310084" y="2908069"/>
            <a:ext cx="3140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汉仪大黑简" panose="02010600000101010101" charset="-122"/>
                <a:ea typeface="汉仪大黑简" panose="02010600000101010101" charset="-122"/>
                <a:cs typeface="汉仪君黑-45简" panose="020B0604020202020204" charset="-122"/>
                <a:sym typeface="汉仪大黑简" panose="02010600000101010101" charset="-122"/>
              </a:rPr>
              <a:t>01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  <a:latin typeface="汉仪大黑简" panose="02010600000101010101" charset="-122"/>
              <a:ea typeface="汉仪大黑简" panose="02010600000101010101" charset="-122"/>
              <a:cs typeface="汉仪君黑-45简" panose="020B0604020202020204" charset="-122"/>
              <a:sym typeface="汉仪大黑简" panose="0201060000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5282483" y="2908069"/>
            <a:ext cx="3140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汉仪大黑简" panose="02010600000101010101" charset="-122"/>
                <a:ea typeface="汉仪大黑简" panose="02010600000101010101" charset="-122"/>
                <a:cs typeface="汉仪君黑-45简" panose="020B0604020202020204" charset="-122"/>
                <a:sym typeface="汉仪大黑简" panose="02010600000101010101" charset="-122"/>
              </a:rPr>
              <a:t>02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  <a:latin typeface="汉仪大黑简" panose="02010600000101010101" charset="-122"/>
              <a:ea typeface="汉仪大黑简" panose="02010600000101010101" charset="-122"/>
              <a:cs typeface="汉仪君黑-45简" panose="020B0604020202020204" charset="-122"/>
              <a:sym typeface="汉仪大黑简" panose="0201060000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315595" y="3836035"/>
            <a:ext cx="2171065" cy="1682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① 发现</a:t>
            </a:r>
            <a:endParaRPr 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简历解析 / 爬虫入库时，字典未命中的技能词不丢弃，进入新兴技能候选表，累计计数与首末次出现时间。</a:t>
            </a:r>
            <a:endParaRPr lang="en-US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3112135" y="3903345"/>
            <a:ext cx="2055495" cy="1553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② 双榜呈现</a:t>
            </a:r>
            <a:endParaRPr 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需求飙升榜：近 3 月 vs 前 3 月增速(样本&lt;5 过滤、增速&lt;2 倍不上榜)；新词榜：字典外词汇按频次排序。</a:t>
            </a:r>
            <a:endParaRPr lang="en-US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2486442" y="2908069"/>
            <a:ext cx="3140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汉仪大黑简" panose="02010600000101010101" charset="-122"/>
                <a:ea typeface="汉仪大黑简" panose="02010600000101010101" charset="-122"/>
                <a:cs typeface="汉仪君黑-45简" panose="020B0604020202020204" charset="-122"/>
                <a:sym typeface="汉仪大黑简" panose="02010600000101010101" charset="-122"/>
              </a:rPr>
              <a:t>03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  <a:latin typeface="汉仪大黑简" panose="02010600000101010101" charset="-122"/>
              <a:ea typeface="汉仪大黑简" panose="02010600000101010101" charset="-122"/>
              <a:cs typeface="汉仪君黑-45简" panose="020B0604020202020204" charset="-122"/>
              <a:sym typeface="汉仪大黑简" panose="0201060000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5694045" y="3841750"/>
            <a:ext cx="2169160" cy="167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③ 转正与别名归并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管理员勾选确认；三段式判定：规则匹配→相似度召回→LLM 精判，"Vue3"自动归并为"Vue"的别名而不新建词条，LLM 输出必须落在候选集内</a:t>
            </a:r>
            <a:endParaRPr lang="en-US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45" b="41296"/>
          <a:stretch>
            <a:fillRect/>
          </a:stretch>
        </p:blipFill>
        <p:spPr>
          <a:xfrm>
            <a:off x="191770" y="1623695"/>
            <a:ext cx="7768590" cy="115252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64795" y="93853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特色机制：新兴技能发现闭环——对抗数据"时滞"</a:t>
            </a:r>
            <a:endParaRPr lang="zh-CN" altLang="en-US" sz="2400" b="1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5595" y="6052820"/>
            <a:ext cx="9904095" cy="59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sz="1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回溯与生效</a:t>
            </a:r>
            <a:r>
              <a:rPr lang="en-US" altLang="zh-CN" sz="1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转正后自动回溯历史 JD 与简历补全关联，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搜索/推荐/图谱/统计全链路立即识别该技能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——无需改一行代码、无需等版本发布。</a:t>
            </a:r>
            <a:endParaRPr lang="en-US" altLang="en-US" sz="1400">
              <a:solidFill>
                <a:schemeClr val="tx1">
                  <a:alpha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508000" y="86233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能力"幻觉"防控：六道防线</a:t>
            </a:r>
            <a:endParaRPr lang="en-US" sz="1100"/>
          </a:p>
        </p:txBody>
      </p:sp>
      <p:sp>
        <p:nvSpPr>
          <p:cNvPr id="7" name="AutoShape 5"/>
          <p:cNvSpPr/>
          <p:nvPr/>
        </p:nvSpPr>
        <p:spPr>
          <a:xfrm>
            <a:off x="508000" y="1624330"/>
            <a:ext cx="11176000" cy="812800"/>
          </a:xfrm>
          <a:prstGeom prst="flowChartAlternateProcess">
            <a:avLst/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/>
        </p:nvSpPr>
        <p:spPr>
          <a:xfrm>
            <a:off x="762000" y="177673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大模型承担归纳类工作(简历解析/推荐精排/岗位画像/别名精判),但每一处输出都被防线拦截——模型是工具而非权威。</a:t>
            </a:r>
            <a:endParaRPr lang="en-US" sz="1100"/>
          </a:p>
        </p:txBody>
      </p:sp>
      <p:sp>
        <p:nvSpPr>
          <p:cNvPr id="10" name="AutoShape 7"/>
          <p:cNvSpPr/>
          <p:nvPr/>
        </p:nvSpPr>
        <p:spPr>
          <a:xfrm>
            <a:off x="508000" y="276733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六道防线(数据→模型→人工→运行时四层拦截)</a:t>
            </a:r>
            <a:endParaRPr lang="en-US" sz="1100"/>
          </a:p>
        </p:txBody>
      </p:sp>
      <p:cxnSp>
        <p:nvCxnSpPr>
          <p:cNvPr id="12" name="Connector 8"/>
          <p:cNvCxnSpPr/>
          <p:nvPr/>
        </p:nvCxnSpPr>
        <p:spPr>
          <a:xfrm rot="-8185">
            <a:off x="508008" y="320548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9"/>
          <p:cNvSpPr/>
          <p:nvPr>
            <p:custDataLst>
              <p:tags r:id="rId1"/>
            </p:custDataLst>
          </p:nvPr>
        </p:nvSpPr>
        <p:spPr>
          <a:xfrm>
            <a:off x="508000" y="340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3529330"/>
            <a:ext cx="304800" cy="304800"/>
          </a:xfrm>
          <a:prstGeom prst="rect">
            <a:avLst/>
          </a:prstGeom>
        </p:spPr>
      </p:pic>
      <p:sp>
        <p:nvSpPr>
          <p:cNvPr id="17" name="AutoShape 11"/>
          <p:cNvSpPr/>
          <p:nvPr>
            <p:custDataLst>
              <p:tags r:id="rId5"/>
            </p:custDataLst>
          </p:nvPr>
        </p:nvSpPr>
        <p:spPr>
          <a:xfrm>
            <a:off x="952500" y="352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证据约束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新岗位定义必须由真实 JD 摘录归纳生成；岗位名强制复用招聘标题原词,禁止凭空发挥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2"/>
          <p:cNvSpPr/>
          <p:nvPr>
            <p:custDataLst>
              <p:tags r:id="rId6"/>
            </p:custDataLst>
          </p:nvPr>
        </p:nvSpPr>
        <p:spPr>
          <a:xfrm>
            <a:off x="2349500" y="340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6500" y="3529330"/>
            <a:ext cx="304800" cy="304800"/>
          </a:xfrm>
          <a:prstGeom prst="rect">
            <a:avLst/>
          </a:prstGeom>
        </p:spPr>
      </p:pic>
      <p:sp>
        <p:nvSpPr>
          <p:cNvPr id="23" name="AutoShape 14"/>
          <p:cNvSpPr/>
          <p:nvPr>
            <p:custDataLst>
              <p:tags r:id="rId10"/>
            </p:custDataLst>
          </p:nvPr>
        </p:nvSpPr>
        <p:spPr>
          <a:xfrm>
            <a:off x="2794000" y="352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字典校验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技能词一律以字典归一化；模型输出的"生造技能"进入候选表,接受计数与增速双重检验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15"/>
          <p:cNvSpPr/>
          <p:nvPr>
            <p:custDataLst>
              <p:tags r:id="rId11"/>
            </p:custDataLst>
          </p:nvPr>
        </p:nvSpPr>
        <p:spPr>
          <a:xfrm>
            <a:off x="4191000" y="340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18000" y="3529330"/>
            <a:ext cx="304800" cy="304800"/>
          </a:xfrm>
          <a:prstGeom prst="rect">
            <a:avLst/>
          </a:prstGeom>
        </p:spPr>
      </p:pic>
      <p:sp>
        <p:nvSpPr>
          <p:cNvPr id="27" name="AutoShape 17"/>
          <p:cNvSpPr/>
          <p:nvPr>
            <p:custDataLst>
              <p:tags r:id="rId15"/>
            </p:custDataLst>
          </p:nvPr>
        </p:nvSpPr>
        <p:spPr>
          <a:xfrm>
            <a:off x="4635500" y="352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别名精判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转正三段式判定(规则→召回→LLM),LLM 结论必须落在候选集内,越界输出作废按新词处理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8"/>
          <p:cNvSpPr/>
          <p:nvPr>
            <p:custDataLst>
              <p:tags r:id="rId16"/>
            </p:custDataLst>
          </p:nvPr>
        </p:nvSpPr>
        <p:spPr>
          <a:xfrm>
            <a:off x="508000" y="467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4799330"/>
            <a:ext cx="304800" cy="304800"/>
          </a:xfrm>
          <a:prstGeom prst="rect">
            <a:avLst/>
          </a:prstGeom>
        </p:spPr>
      </p:pic>
      <p:sp>
        <p:nvSpPr>
          <p:cNvPr id="30" name="AutoShape 20"/>
          <p:cNvSpPr/>
          <p:nvPr>
            <p:custDataLst>
              <p:tags r:id="rId20"/>
            </p:custDataLst>
          </p:nvPr>
        </p:nvSpPr>
        <p:spPr>
          <a:xfrm>
            <a:off x="952500" y="4799330"/>
            <a:ext cx="1206500" cy="762000"/>
          </a:xfrm>
          <a:prstGeom prst="flowChartAlternateProcess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交叉验证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反向核验平台标签:100 条 JD 实证 8.1% 标签噪声,可量化、可定位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21"/>
          <p:cNvSpPr/>
          <p:nvPr>
            <p:custDataLst>
              <p:tags r:id="rId21"/>
            </p:custDataLst>
          </p:nvPr>
        </p:nvSpPr>
        <p:spPr>
          <a:xfrm>
            <a:off x="2349500" y="467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2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76500" y="4799330"/>
            <a:ext cx="304800" cy="304800"/>
          </a:xfrm>
          <a:prstGeom prst="rect">
            <a:avLst/>
          </a:prstGeom>
        </p:spPr>
      </p:pic>
      <p:sp>
        <p:nvSpPr>
          <p:cNvPr id="33" name="AutoShape 23"/>
          <p:cNvSpPr/>
          <p:nvPr>
            <p:custDataLst>
              <p:tags r:id="rId25"/>
            </p:custDataLst>
          </p:nvPr>
        </p:nvSpPr>
        <p:spPr>
          <a:xfrm>
            <a:off x="2794000" y="4799330"/>
            <a:ext cx="1206500" cy="762000"/>
          </a:xfrm>
          <a:prstGeom prst="flowChartAlternateProcess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人工闭环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岗位定义与新兴技能均设人工修正入口,人工结果不被自动流程覆盖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24"/>
          <p:cNvSpPr/>
          <p:nvPr>
            <p:custDataLst>
              <p:tags r:id="rId26"/>
            </p:custDataLst>
          </p:nvPr>
        </p:nvSpPr>
        <p:spPr>
          <a:xfrm>
            <a:off x="4191000" y="4672330"/>
            <a:ext cx="1651000" cy="1079500"/>
          </a:xfrm>
          <a:prstGeom prst="flowChartAlternateProcess">
            <a:avLst/>
          </a:prstGeom>
          <a:solidFill>
            <a:srgbClr val="F8FAFC">
              <a:alpha val="100000"/>
            </a:srgb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18000" y="4799330"/>
            <a:ext cx="304800" cy="304800"/>
          </a:xfrm>
          <a:prstGeom prst="rect">
            <a:avLst/>
          </a:prstGeom>
        </p:spPr>
      </p:pic>
      <p:sp>
        <p:nvSpPr>
          <p:cNvPr id="36" name="AutoShape 26"/>
          <p:cNvSpPr/>
          <p:nvPr>
            <p:custDataLst>
              <p:tags r:id="rId30"/>
            </p:custDataLst>
          </p:nvPr>
        </p:nvSpPr>
        <p:spPr>
          <a:xfrm>
            <a:off x="4635500" y="4799330"/>
            <a:ext cx="120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⑥ 降级兜底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失败自动重试并降级回确定性算法；资历错配等硬规则由代码强制执行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27"/>
          <p:cNvSpPr/>
          <p:nvPr/>
        </p:nvSpPr>
        <p:spPr>
          <a:xfrm>
            <a:off x="6350000" y="276733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防线效果：</a:t>
            </a:r>
            <a:endParaRPr lang="en-US" sz="1100"/>
          </a:p>
        </p:txBody>
      </p:sp>
      <p:cxnSp>
        <p:nvCxnSpPr>
          <p:cNvPr id="38" name="Connector 28"/>
          <p:cNvCxnSpPr/>
          <p:nvPr/>
        </p:nvCxnSpPr>
        <p:spPr>
          <a:xfrm rot="-8185">
            <a:off x="6350008" y="320548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" name="AutoShape 29"/>
          <p:cNvSpPr/>
          <p:nvPr/>
        </p:nvSpPr>
        <p:spPr>
          <a:xfrm>
            <a:off x="6350000" y="3402330"/>
            <a:ext cx="5334000" cy="698500"/>
          </a:xfrm>
          <a:prstGeom prst="flowChartAlternateProcess">
            <a:avLst/>
          </a:prstGeom>
          <a:solidFill>
            <a:srgbClr val="EFF6FF">
              <a:alpha val="50000"/>
            </a:srgbClr>
          </a:solidFill>
          <a:ln cap="flat" cmpd="sng">
            <a:solidFill>
              <a:srgbClr val="C0D0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30"/>
          <p:cNvSpPr/>
          <p:nvPr/>
        </p:nvSpPr>
        <p:spPr>
          <a:xfrm>
            <a:off x="6350000" y="3402330"/>
            <a:ext cx="50800" cy="698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31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540500" y="3592830"/>
            <a:ext cx="304800" cy="304800"/>
          </a:xfrm>
          <a:prstGeom prst="rect">
            <a:avLst/>
          </a:prstGeom>
        </p:spPr>
      </p:pic>
      <p:sp>
        <p:nvSpPr>
          <p:cNvPr id="42" name="AutoShape 32"/>
          <p:cNvSpPr/>
          <p:nvPr/>
        </p:nvSpPr>
        <p:spPr>
          <a:xfrm>
            <a:off x="6985000" y="346583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数据层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交叉验证挡住 8.1% 平台噪声,能力图谱不继承脏数据。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33"/>
          <p:cNvSpPr/>
          <p:nvPr/>
        </p:nvSpPr>
        <p:spPr>
          <a:xfrm>
            <a:off x="6350000" y="4164330"/>
            <a:ext cx="5334000" cy="698500"/>
          </a:xfrm>
          <a:prstGeom prst="flowChartAlternateProcess">
            <a:avLst/>
          </a:prstGeom>
          <a:solidFill>
            <a:srgbClr val="EFF6FF">
              <a:alpha val="50000"/>
            </a:srgbClr>
          </a:solidFill>
          <a:ln cap="flat" cmpd="sng">
            <a:solidFill>
              <a:srgbClr val="C0D0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34"/>
          <p:cNvSpPr/>
          <p:nvPr/>
        </p:nvSpPr>
        <p:spPr>
          <a:xfrm>
            <a:off x="6350000" y="4164330"/>
            <a:ext cx="50800" cy="698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35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540500" y="4354830"/>
            <a:ext cx="304800" cy="304800"/>
          </a:xfrm>
          <a:prstGeom prst="rect">
            <a:avLst/>
          </a:prstGeom>
        </p:spPr>
      </p:pic>
      <p:sp>
        <p:nvSpPr>
          <p:cNvPr id="46" name="AutoShape 36"/>
          <p:cNvSpPr/>
          <p:nvPr/>
        </p:nvSpPr>
        <p:spPr>
          <a:xfrm>
            <a:off x="6985000" y="422783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字典层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别名归并防重复词条,转正需人工确认,字典只增不乱。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37"/>
          <p:cNvSpPr/>
          <p:nvPr/>
        </p:nvSpPr>
        <p:spPr>
          <a:xfrm>
            <a:off x="6350000" y="4926330"/>
            <a:ext cx="5334000" cy="793750"/>
          </a:xfrm>
          <a:prstGeom prst="flowChartAlternateProcess">
            <a:avLst/>
          </a:prstGeom>
          <a:solidFill>
            <a:srgbClr val="EFF6FF">
              <a:alpha val="50000"/>
            </a:srgbClr>
          </a:solidFill>
          <a:ln cap="flat" cmpd="sng">
            <a:solidFill>
              <a:srgbClr val="C0D0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38"/>
          <p:cNvSpPr/>
          <p:nvPr/>
        </p:nvSpPr>
        <p:spPr>
          <a:xfrm>
            <a:off x="6350000" y="4960620"/>
            <a:ext cx="50800" cy="6985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39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40500" y="5116830"/>
            <a:ext cx="304800" cy="304800"/>
          </a:xfrm>
          <a:prstGeom prst="rect">
            <a:avLst/>
          </a:prstGeom>
        </p:spPr>
      </p:pic>
      <p:sp>
        <p:nvSpPr>
          <p:cNvPr id="50" name="AutoShape 40"/>
          <p:cNvSpPr/>
          <p:nvPr/>
        </p:nvSpPr>
        <p:spPr>
          <a:xfrm>
            <a:off x="6985000" y="4989830"/>
            <a:ext cx="4699000" cy="635000"/>
          </a:xfrm>
          <a:prstGeom prst="flowChartAlternateProcess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运行层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故障自动降级,推荐/解析任何情况下都有结果返回。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41"/>
          <p:cNvSpPr/>
          <p:nvPr/>
        </p:nvSpPr>
        <p:spPr>
          <a:xfrm>
            <a:off x="508000" y="6059170"/>
            <a:ext cx="11176000" cy="508000"/>
          </a:xfrm>
          <a:prstGeom prst="flowChartAlternateProcess">
            <a:avLst/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42"/>
          <p:cNvSpPr/>
          <p:nvPr/>
        </p:nvSpPr>
        <p:spPr>
          <a:xfrm>
            <a:off x="635000" y="616077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价值总结：从数据源头、模型输出、人工审核到运行时兜底,四层六道防线保证能力图谱构建的科学性与合规性——直接回应赛题"幻觉防控"要求。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>
            <p:custDataLst>
              <p:tags r:id="rId1"/>
            </p:custDataLst>
          </p:nvPr>
        </p:nvGrpSpPr>
        <p:grpSpPr>
          <a:xfrm>
            <a:off x="6265545" y="1061085"/>
            <a:ext cx="2667000" cy="2286000"/>
            <a:chOff x="800" y="3800"/>
            <a:chExt cx="4200" cy="3600"/>
          </a:xfrm>
        </p:grpSpPr>
        <p:sp>
          <p:nvSpPr>
            <p:cNvPr id="7" name="AutoShape 7"/>
            <p:cNvSpPr/>
            <p:nvPr>
              <p:custDataLst>
                <p:tags r:id="rId2"/>
              </p:custDataLst>
            </p:nvPr>
          </p:nvSpPr>
          <p:spPr>
            <a:xfrm>
              <a:off x="800" y="3800"/>
              <a:ext cx="4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0" y="4100"/>
              <a:ext cx="560" cy="560"/>
            </a:xfrm>
            <a:prstGeom prst="rect">
              <a:avLst/>
            </a:prstGeom>
          </p:spPr>
        </p:pic>
        <p:sp>
          <p:nvSpPr>
            <p:cNvPr id="10" name="AutoShape 9"/>
            <p:cNvSpPr/>
            <p:nvPr>
              <p:custDataLst>
                <p:tags r:id="rId6"/>
              </p:custDataLst>
            </p:nvPr>
          </p:nvSpPr>
          <p:spPr>
            <a:xfrm>
              <a:off x="1800" y="4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 JD 解析 91.9%</a:t>
              </a:r>
              <a:endParaRPr lang="en-US" sz="1100"/>
            </a:p>
          </p:txBody>
        </p:sp>
        <p:sp>
          <p:nvSpPr>
            <p:cNvPr id="12" name="AutoShape 10"/>
            <p:cNvSpPr/>
            <p:nvPr>
              <p:custDataLst>
                <p:tags r:id="rId7"/>
              </p:custDataLst>
            </p:nvPr>
          </p:nvSpPr>
          <p:spPr>
            <a:xfrm>
              <a:off x="1100" y="5000"/>
              <a:ext cx="3600" cy="2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随机抽 100 条真实爬取 JD，LLM 逐标签核验：385/419 一致；顺带实证 8.1% 平台标签噪声。</a:t>
              </a:r>
              <a:endParaRPr lang="en-US" sz="1100"/>
            </a:p>
          </p:txBody>
        </p:sp>
      </p:grpSp>
      <p:grpSp>
        <p:nvGrpSpPr>
          <p:cNvPr id="32" name="组合 31"/>
          <p:cNvGrpSpPr/>
          <p:nvPr>
            <p:custDataLst>
              <p:tags r:id="rId8"/>
            </p:custDataLst>
          </p:nvPr>
        </p:nvGrpSpPr>
        <p:grpSpPr>
          <a:xfrm>
            <a:off x="9063355" y="1061085"/>
            <a:ext cx="2667000" cy="2286000"/>
            <a:chOff x="5260" y="3800"/>
            <a:chExt cx="4200" cy="3600"/>
          </a:xfrm>
        </p:grpSpPr>
        <p:sp>
          <p:nvSpPr>
            <p:cNvPr id="13" name="AutoShape 11"/>
            <p:cNvSpPr/>
            <p:nvPr>
              <p:custDataLst>
                <p:tags r:id="rId9"/>
              </p:custDataLst>
            </p:nvPr>
          </p:nvSpPr>
          <p:spPr>
            <a:xfrm>
              <a:off x="5260" y="3800"/>
              <a:ext cx="4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60" y="4100"/>
              <a:ext cx="560" cy="560"/>
            </a:xfrm>
            <a:prstGeom prst="rect">
              <a:avLst/>
            </a:prstGeom>
          </p:spPr>
        </p:pic>
        <p:sp>
          <p:nvSpPr>
            <p:cNvPr id="17" name="AutoShape 13"/>
            <p:cNvSpPr/>
            <p:nvPr>
              <p:custDataLst>
                <p:tags r:id="rId13"/>
              </p:custDataLst>
            </p:nvPr>
          </p:nvSpPr>
          <p:spPr>
            <a:xfrm>
              <a:off x="6260" y="4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简历提取 96.0%</a:t>
              </a:r>
              <a:endParaRPr lang="en-US" sz="1100"/>
            </a:p>
          </p:txBody>
        </p:sp>
        <p:sp>
          <p:nvSpPr>
            <p:cNvPr id="19" name="AutoShape 14"/>
            <p:cNvSpPr/>
            <p:nvPr>
              <p:custDataLst>
                <p:tags r:id="rId14"/>
              </p:custDataLst>
            </p:nvPr>
          </p:nvSpPr>
          <p:spPr>
            <a:xfrm>
              <a:off x="5560" y="5000"/>
              <a:ext cx="3600" cy="2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13 份真实简历人工标注逐字段评分：技能召回 92.2%、精确率 99.2%；合成集(含 6 份埋坑困难样本) 95.8%。</a:t>
              </a:r>
              <a:endParaRPr lang="en-US" sz="1100"/>
            </a:p>
          </p:txBody>
        </p:sp>
      </p:grpSp>
      <p:grpSp>
        <p:nvGrpSpPr>
          <p:cNvPr id="33" name="组合 32"/>
          <p:cNvGrpSpPr/>
          <p:nvPr>
            <p:custDataLst>
              <p:tags r:id="rId15"/>
            </p:custDataLst>
          </p:nvPr>
        </p:nvGrpSpPr>
        <p:grpSpPr>
          <a:xfrm>
            <a:off x="6267450" y="3519170"/>
            <a:ext cx="2667000" cy="2286000"/>
            <a:chOff x="9720" y="3800"/>
            <a:chExt cx="4200" cy="3600"/>
          </a:xfrm>
        </p:grpSpPr>
        <p:sp>
          <p:nvSpPr>
            <p:cNvPr id="22" name="AutoShape 15"/>
            <p:cNvSpPr/>
            <p:nvPr>
              <p:custDataLst>
                <p:tags r:id="rId16"/>
              </p:custDataLst>
            </p:nvPr>
          </p:nvSpPr>
          <p:spPr>
            <a:xfrm>
              <a:off x="9720" y="3800"/>
              <a:ext cx="4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3" name="Picture 16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020" y="4100"/>
              <a:ext cx="560" cy="560"/>
            </a:xfrm>
            <a:prstGeom prst="rect">
              <a:avLst/>
            </a:prstGeom>
          </p:spPr>
        </p:pic>
        <p:sp>
          <p:nvSpPr>
            <p:cNvPr id="24" name="AutoShape 17"/>
            <p:cNvSpPr/>
            <p:nvPr>
              <p:custDataLst>
                <p:tags r:id="rId20"/>
              </p:custDataLst>
            </p:nvPr>
          </p:nvSpPr>
          <p:spPr>
            <a:xfrm>
              <a:off x="10720" y="4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03 人岗匹配 90.8%</a:t>
              </a:r>
              <a:endParaRPr lang="en-US" sz="1100"/>
            </a:p>
          </p:txBody>
        </p:sp>
        <p:sp>
          <p:nvSpPr>
            <p:cNvPr id="26" name="AutoShape 18"/>
            <p:cNvSpPr/>
            <p:nvPr>
              <p:custDataLst>
                <p:tags r:id="rId21"/>
              </p:custDataLst>
            </p:nvPr>
          </p:nvSpPr>
          <p:spPr>
            <a:xfrm>
              <a:off x="10020" y="5000"/>
              <a:ext cx="3600" cy="2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13 份 × Top5 人工二元标注：Precision@5 90.8%、Top1 相关率 100%、MRR 1.00。</a:t>
              </a:r>
              <a:endParaRPr lang="en-US" sz="1100"/>
            </a:p>
          </p:txBody>
        </p:sp>
      </p:grpSp>
      <p:grpSp>
        <p:nvGrpSpPr>
          <p:cNvPr id="34" name="组合 33"/>
          <p:cNvGrpSpPr/>
          <p:nvPr>
            <p:custDataLst>
              <p:tags r:id="rId22"/>
            </p:custDataLst>
          </p:nvPr>
        </p:nvGrpSpPr>
        <p:grpSpPr>
          <a:xfrm>
            <a:off x="9067165" y="3519170"/>
            <a:ext cx="2667000" cy="2286000"/>
            <a:chOff x="14180" y="3800"/>
            <a:chExt cx="4200" cy="3600"/>
          </a:xfrm>
        </p:grpSpPr>
        <p:sp>
          <p:nvSpPr>
            <p:cNvPr id="27" name="AutoShape 19"/>
            <p:cNvSpPr/>
            <p:nvPr>
              <p:custDataLst>
                <p:tags r:id="rId23"/>
              </p:custDataLst>
            </p:nvPr>
          </p:nvSpPr>
          <p:spPr>
            <a:xfrm>
              <a:off x="14180" y="3800"/>
              <a:ext cx="4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8" name="Picture 20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480" y="4100"/>
              <a:ext cx="560" cy="560"/>
            </a:xfrm>
            <a:prstGeom prst="rect">
              <a:avLst/>
            </a:prstGeom>
          </p:spPr>
        </p:pic>
        <p:sp>
          <p:nvSpPr>
            <p:cNvPr id="29" name="AutoShape 21"/>
            <p:cNvSpPr/>
            <p:nvPr>
              <p:custDataLst>
                <p:tags r:id="rId27"/>
              </p:custDataLst>
            </p:nvPr>
          </p:nvSpPr>
          <p:spPr>
            <a:xfrm>
              <a:off x="15180" y="4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04 评测驱动迭代</a:t>
              </a:r>
              <a:endParaRPr lang="en-US" sz="1100"/>
            </a:p>
          </p:txBody>
        </p:sp>
        <p:sp>
          <p:nvSpPr>
            <p:cNvPr id="30" name="AutoShape 22"/>
            <p:cNvSpPr/>
            <p:nvPr>
              <p:custDataLst>
                <p:tags r:id="rId28"/>
              </p:custDataLst>
            </p:nvPr>
          </p:nvSpPr>
          <p:spPr>
            <a:xfrm>
              <a:off x="14480" y="5000"/>
              <a:ext cx="3600" cy="2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三轮"评测→分析→修复→复测"：合成集匹配命中率 90.6%→100%；困难集暴露的"技能泛化"由字典归一化机制承接。</a:t>
              </a:r>
              <a:endParaRPr lang="en-US" sz="1100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6265545" y="5868670"/>
            <a:ext cx="5927090" cy="883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17000"/>
              </a:lnSpc>
              <a:defRPr/>
            </a:pPr>
            <a:r>
              <a:rPr lang="en-US" sz="1600" b="1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可验证性：</a:t>
            </a:r>
            <a:r>
              <a:rPr lang="en-US" sz="160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三项指标全部 ≥90%，JD 测试用例 100 条满足数量要求；测试方法、评分规则与逐份明细见随作品提交的《测试文档》。</a:t>
            </a:r>
            <a:endParaRPr lang="en-US" alt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9545" y="977265"/>
            <a:ext cx="609600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25000"/>
              </a:lnSpc>
              <a:defRPr/>
            </a:pPr>
            <a:r>
              <a:rPr lang="en-US" sz="2800" b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评测结果：三项核心指标全部达标(91.9% / 96.0% / 90.8%)</a:t>
            </a:r>
            <a:endParaRPr lang="en-US" altLang="en-US" sz="2800" b="1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" y="1191260"/>
            <a:ext cx="6872605" cy="277114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712470" y="4075430"/>
            <a:ext cx="6872605" cy="2628900"/>
            <a:chOff x="800" y="2600"/>
            <a:chExt cx="11600" cy="5800"/>
          </a:xfrm>
        </p:grpSpPr>
        <p:sp>
          <p:nvSpPr>
            <p:cNvPr id="6" name="AutoShape 5"/>
            <p:cNvSpPr/>
            <p:nvPr/>
          </p:nvSpPr>
          <p:spPr>
            <a:xfrm>
              <a:off x="800" y="2600"/>
              <a:ext cx="5600" cy="5800"/>
            </a:xfrm>
            <a:prstGeom prst="roundRect">
              <a:avLst>
                <a:gd name="adj" fmla="val 0"/>
              </a:avLst>
            </a:prstGeom>
            <a:solidFill>
              <a:srgbClr val="3B82F6">
                <a:alpha val="8000"/>
              </a:srgbClr>
            </a:solidFill>
            <a:ln w="12700" cap="flat" cmpd="sng">
              <a:solidFill>
                <a:srgbClr val="3B82F6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00" y="3000"/>
              <a:ext cx="640" cy="640"/>
            </a:xfrm>
            <a:prstGeom prst="rect">
              <a:avLst/>
            </a:prstGeom>
          </p:spPr>
        </p:pic>
        <p:sp>
          <p:nvSpPr>
            <p:cNvPr id="9" name="AutoShape 7"/>
            <p:cNvSpPr/>
            <p:nvPr/>
          </p:nvSpPr>
          <p:spPr>
            <a:xfrm>
              <a:off x="2000" y="304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563E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 模型目录体系</a:t>
              </a:r>
              <a:endParaRPr lang="en-US" sz="1100"/>
            </a:p>
          </p:txBody>
        </p:sp>
        <p:sp>
          <p:nvSpPr>
            <p:cNvPr id="10" name="AutoShape 8"/>
            <p:cNvSpPr/>
            <p:nvPr/>
          </p:nvSpPr>
          <p:spPr>
            <a:xfrm>
              <a:off x="1200" y="3900"/>
              <a:ext cx="4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多模型融合，构建弹性算力池</a:t>
              </a:r>
              <a:endParaRPr lang="en-US" sz="1100"/>
            </a:p>
          </p:txBody>
        </p:sp>
        <p:cxnSp>
          <p:nvCxnSpPr>
            <p:cNvPr id="12" name="Connector 9"/>
            <p:cNvCxnSpPr/>
            <p:nvPr/>
          </p:nvCxnSpPr>
          <p:spPr>
            <a:xfrm rot="-14323">
              <a:off x="1200" y="4490"/>
              <a:ext cx="4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563EB">
                  <a:alpha val="15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AutoShape 10"/>
            <p:cNvSpPr/>
            <p:nvPr/>
          </p:nvSpPr>
          <p:spPr>
            <a:xfrm>
              <a:off x="1200" y="4700"/>
              <a:ext cx="4800" cy="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确立以</a:t>
              </a:r>
              <a:r>
                <a:rPr lang="en-US" sz="13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智谱GLM-4系列</a:t>
              </a: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为主力模型，深度适配复杂生成与推理场景；同步集成DeepSeek、Kimi等优质模型作为备选梯队，实现多模型资源的灵活调度与互补，保障模型服务的持续供给。</a:t>
              </a:r>
              <a:endParaRPr lang="en-US" sz="1100"/>
            </a:p>
          </p:txBody>
        </p:sp>
        <p:sp>
          <p:nvSpPr>
            <p:cNvPr id="17" name="AutoShape 11"/>
            <p:cNvSpPr/>
            <p:nvPr/>
          </p:nvSpPr>
          <p:spPr>
            <a:xfrm>
              <a:off x="6800" y="2600"/>
              <a:ext cx="5600" cy="5800"/>
            </a:xfrm>
            <a:prstGeom prst="roundRect">
              <a:avLst>
                <a:gd name="adj" fmla="val 0"/>
              </a:avLst>
            </a:prstGeom>
            <a:solidFill>
              <a:srgbClr val="3B82F6">
                <a:alpha val="8000"/>
              </a:srgbClr>
            </a:solidFill>
            <a:ln w="12700" cap="flat" cmpd="sng">
              <a:solidFill>
                <a:srgbClr val="3B82F6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9" name="Picture 1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00" y="3000"/>
              <a:ext cx="640" cy="640"/>
            </a:xfrm>
            <a:prstGeom prst="rect">
              <a:avLst/>
            </a:prstGeom>
          </p:spPr>
        </p:pic>
        <p:sp>
          <p:nvSpPr>
            <p:cNvPr id="22" name="AutoShape 13"/>
            <p:cNvSpPr/>
            <p:nvPr/>
          </p:nvSpPr>
          <p:spPr>
            <a:xfrm>
              <a:off x="8000" y="304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563E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智能任务路由</a:t>
              </a:r>
              <a:endParaRPr lang="en-US" sz="1100"/>
            </a:p>
          </p:txBody>
        </p:sp>
        <p:sp>
          <p:nvSpPr>
            <p:cNvPr id="23" name="AutoShape 14"/>
            <p:cNvSpPr/>
            <p:nvPr/>
          </p:nvSpPr>
          <p:spPr>
            <a:xfrm>
              <a:off x="7200" y="3900"/>
              <a:ext cx="4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按需匹配，兼顾效率与成本</a:t>
              </a:r>
              <a:endParaRPr lang="en-US" sz="1100"/>
            </a:p>
          </p:txBody>
        </p:sp>
        <p:cxnSp>
          <p:nvCxnSpPr>
            <p:cNvPr id="24" name="Connector 15"/>
            <p:cNvCxnSpPr/>
            <p:nvPr/>
          </p:nvCxnSpPr>
          <p:spPr>
            <a:xfrm rot="-14323">
              <a:off x="7200" y="4490"/>
              <a:ext cx="4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563EB">
                  <a:alpha val="15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AutoShape 16"/>
            <p:cNvSpPr/>
            <p:nvPr/>
          </p:nvSpPr>
          <p:spPr>
            <a:xfrm>
              <a:off x="7200" y="4700"/>
              <a:ext cx="4800" cy="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基于任务特征的智能分发机制：轻量级问答任务自动匹配低成本模型，有效降低调用开销；针对长文本生成、深度数据分析等复杂任务，智能调度高性能主模型，确保输出质量与响应效率的最优平衡。</a:t>
              </a:r>
              <a:endParaRPr lang="en-US" sz="110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916545" y="2155190"/>
            <a:ext cx="3556000" cy="2771140"/>
            <a:chOff x="12800" y="2600"/>
            <a:chExt cx="5600" cy="5800"/>
          </a:xfrm>
        </p:grpSpPr>
        <p:sp>
          <p:nvSpPr>
            <p:cNvPr id="28" name="AutoShape 17"/>
            <p:cNvSpPr/>
            <p:nvPr/>
          </p:nvSpPr>
          <p:spPr>
            <a:xfrm>
              <a:off x="12800" y="2600"/>
              <a:ext cx="5600" cy="5800"/>
            </a:xfrm>
            <a:prstGeom prst="roundRect">
              <a:avLst>
                <a:gd name="adj" fmla="val 0"/>
              </a:avLst>
            </a:prstGeom>
            <a:solidFill>
              <a:srgbClr val="3B82F6">
                <a:alpha val="8000"/>
              </a:srgbClr>
            </a:solidFill>
            <a:ln w="12700" cap="flat" cmpd="sng">
              <a:solidFill>
                <a:srgbClr val="3B82F6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9" name="Picture 1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200" y="3000"/>
              <a:ext cx="640" cy="640"/>
            </a:xfrm>
            <a:prstGeom prst="rect">
              <a:avLst/>
            </a:prstGeom>
          </p:spPr>
        </p:pic>
        <p:sp>
          <p:nvSpPr>
            <p:cNvPr id="30" name="AutoShape 19"/>
            <p:cNvSpPr/>
            <p:nvPr/>
          </p:nvSpPr>
          <p:spPr>
            <a:xfrm>
              <a:off x="14000" y="304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563E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03 风控与可用性保障</a:t>
              </a:r>
              <a:endParaRPr lang="en-US" sz="1100"/>
            </a:p>
          </p:txBody>
        </p:sp>
        <p:sp>
          <p:nvSpPr>
            <p:cNvPr id="31" name="AutoShape 20"/>
            <p:cNvSpPr/>
            <p:nvPr/>
          </p:nvSpPr>
          <p:spPr>
            <a:xfrm>
              <a:off x="13200" y="3900"/>
              <a:ext cx="4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三重防护，保障系统稳健运行</a:t>
              </a:r>
              <a:endParaRPr lang="en-US" sz="1100"/>
            </a:p>
          </p:txBody>
        </p:sp>
        <p:cxnSp>
          <p:nvCxnSpPr>
            <p:cNvPr id="32" name="Connector 21"/>
            <p:cNvCxnSpPr/>
            <p:nvPr/>
          </p:nvCxnSpPr>
          <p:spPr>
            <a:xfrm rot="-14323">
              <a:off x="13200" y="4490"/>
              <a:ext cx="4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563EB">
                  <a:alpha val="15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AutoShape 22"/>
            <p:cNvSpPr/>
            <p:nvPr/>
          </p:nvSpPr>
          <p:spPr>
            <a:xfrm>
              <a:off x="13200" y="4700"/>
              <a:ext cx="4800" cy="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</a:t>
              </a:r>
              <a:r>
                <a:rPr lang="en-US" sz="13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预算管控：</a:t>
              </a: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日限额10元，超限自动降级，严控成本</a:t>
              </a:r>
              <a:b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</a:t>
              </a:r>
              <a:r>
                <a:rPr lang="en-US" sz="13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超时重试：</a:t>
              </a: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单Agent限时90秒，失败自动重试2次</a:t>
              </a:r>
              <a:b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</a:t>
              </a:r>
              <a:r>
                <a:rPr lang="en-US" sz="13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熔断降级：</a:t>
              </a: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连续失败触发熔断，切换通用问答</a:t>
              </a:r>
              <a:endParaRPr lang="en-US" sz="110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916545" y="5052060"/>
            <a:ext cx="3556000" cy="1652270"/>
            <a:chOff x="800" y="8800"/>
            <a:chExt cx="17600" cy="1200"/>
          </a:xfrm>
        </p:grpSpPr>
        <p:sp>
          <p:nvSpPr>
            <p:cNvPr id="41" name="AutoShape 23"/>
            <p:cNvSpPr/>
            <p:nvPr/>
          </p:nvSpPr>
          <p:spPr>
            <a:xfrm>
              <a:off x="800" y="8800"/>
              <a:ext cx="17600" cy="1200"/>
            </a:xfrm>
            <a:prstGeom prst="roundRect">
              <a:avLst>
                <a:gd name="adj" fmla="val 0"/>
              </a:avLst>
            </a:prstGeom>
            <a:solidFill>
              <a:srgbClr val="2563EB">
                <a:alpha val="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2" name="AutoShape 24"/>
            <p:cNvSpPr/>
            <p:nvPr/>
          </p:nvSpPr>
          <p:spPr>
            <a:xfrm>
              <a:off x="1200" y="9040"/>
              <a:ext cx="1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核心价值：</a:t>
              </a:r>
              <a: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通过灵活的模型调度策略与多维度的风控机制，实现AI服务在成本可控、高可用性与稳定性之间的最佳平衡，为业务提供可靠的智能支撑。</a:t>
              </a:r>
              <a:endParaRPr lang="en-US" sz="1100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7863840" y="1318895"/>
            <a:ext cx="4186555" cy="54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800" b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求职顾问：多智能体协作 · 多模型容灾</a:t>
            </a:r>
            <a:endParaRPr lang="en-US" altLang="en-US" sz="2800" b="1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3210" y="1336675"/>
            <a:ext cx="4832350" cy="5268595"/>
          </a:xfrm>
          <a:prstGeom prst="rect">
            <a:avLst/>
          </a:prstGeom>
        </p:spPr>
      </p:pic>
      <p:sp>
        <p:nvSpPr>
          <p:cNvPr id="7" name="文本框 22"/>
          <p:cNvSpPr txBox="1"/>
          <p:nvPr>
            <p:custDataLst>
              <p:tags r:id="rId2"/>
            </p:custDataLst>
          </p:nvPr>
        </p:nvSpPr>
        <p:spPr>
          <a:xfrm flipH="1">
            <a:off x="1410154" y="2371613"/>
            <a:ext cx="3573995" cy="10947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15000"/>
              </a:lnSpc>
              <a:defRPr/>
            </a:pPr>
            <a:r>
              <a:rPr 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会话管理</a:t>
            </a: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单会话保留最近10轮对话作为上下文，全局支持最多1000个活跃会话并行处理，确保交互流畅且上下文关联精准。</a:t>
            </a:r>
            <a:endParaRPr lang="en-US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checked_158820"/>
          <p:cNvSpPr>
            <a:spLocks noChangeAspect="1"/>
          </p:cNvSpPr>
          <p:nvPr/>
        </p:nvSpPr>
        <p:spPr bwMode="auto">
          <a:xfrm>
            <a:off x="550113" y="2464385"/>
            <a:ext cx="756887" cy="570333"/>
          </a:xfrm>
          <a:custGeom>
            <a:avLst/>
            <a:gdLst>
              <a:gd name="connsiteX0" fmla="*/ 302445 w 604961"/>
              <a:gd name="connsiteY0" fmla="*/ 388391 h 455853"/>
              <a:gd name="connsiteX1" fmla="*/ 336281 w 604961"/>
              <a:gd name="connsiteY1" fmla="*/ 422122 h 455853"/>
              <a:gd name="connsiteX2" fmla="*/ 302445 w 604961"/>
              <a:gd name="connsiteY2" fmla="*/ 455853 h 455853"/>
              <a:gd name="connsiteX3" fmla="*/ 268609 w 604961"/>
              <a:gd name="connsiteY3" fmla="*/ 422122 h 455853"/>
              <a:gd name="connsiteX4" fmla="*/ 302445 w 604961"/>
              <a:gd name="connsiteY4" fmla="*/ 388391 h 455853"/>
              <a:gd name="connsiteX5" fmla="*/ 302420 w 604961"/>
              <a:gd name="connsiteY5" fmla="*/ 268995 h 455853"/>
              <a:gd name="connsiteX6" fmla="*/ 405095 w 604961"/>
              <a:gd name="connsiteY6" fmla="*/ 311336 h 455853"/>
              <a:gd name="connsiteX7" fmla="*/ 405095 w 604961"/>
              <a:gd name="connsiteY7" fmla="*/ 354903 h 455853"/>
              <a:gd name="connsiteX8" fmla="*/ 383584 w 604961"/>
              <a:gd name="connsiteY8" fmla="*/ 363801 h 455853"/>
              <a:gd name="connsiteX9" fmla="*/ 361766 w 604961"/>
              <a:gd name="connsiteY9" fmla="*/ 354903 h 455853"/>
              <a:gd name="connsiteX10" fmla="*/ 243150 w 604961"/>
              <a:gd name="connsiteY10" fmla="*/ 354903 h 455853"/>
              <a:gd name="connsiteX11" fmla="*/ 199514 w 604961"/>
              <a:gd name="connsiteY11" fmla="*/ 354903 h 455853"/>
              <a:gd name="connsiteX12" fmla="*/ 199514 w 604961"/>
              <a:gd name="connsiteY12" fmla="*/ 311336 h 455853"/>
              <a:gd name="connsiteX13" fmla="*/ 302420 w 604961"/>
              <a:gd name="connsiteY13" fmla="*/ 268995 h 455853"/>
              <a:gd name="connsiteX14" fmla="*/ 302304 w 604961"/>
              <a:gd name="connsiteY14" fmla="*/ 141784 h 455853"/>
              <a:gd name="connsiteX15" fmla="*/ 495136 w 604961"/>
              <a:gd name="connsiteY15" fmla="*/ 221437 h 455853"/>
              <a:gd name="connsiteX16" fmla="*/ 495136 w 604961"/>
              <a:gd name="connsiteY16" fmla="*/ 264716 h 455853"/>
              <a:gd name="connsiteX17" fmla="*/ 473624 w 604961"/>
              <a:gd name="connsiteY17" fmla="*/ 273924 h 455853"/>
              <a:gd name="connsiteX18" fmla="*/ 451806 w 604961"/>
              <a:gd name="connsiteY18" fmla="*/ 264716 h 455853"/>
              <a:gd name="connsiteX19" fmla="*/ 153109 w 604961"/>
              <a:gd name="connsiteY19" fmla="*/ 264716 h 455853"/>
              <a:gd name="connsiteX20" fmla="*/ 109472 w 604961"/>
              <a:gd name="connsiteY20" fmla="*/ 264716 h 455853"/>
              <a:gd name="connsiteX21" fmla="*/ 109472 w 604961"/>
              <a:gd name="connsiteY21" fmla="*/ 221437 h 455853"/>
              <a:gd name="connsiteX22" fmla="*/ 302304 w 604961"/>
              <a:gd name="connsiteY22" fmla="*/ 141784 h 455853"/>
              <a:gd name="connsiteX23" fmla="*/ 302481 w 604961"/>
              <a:gd name="connsiteY23" fmla="*/ 0 h 455853"/>
              <a:gd name="connsiteX24" fmla="*/ 595973 w 604961"/>
              <a:gd name="connsiteY24" fmla="*/ 121091 h 455853"/>
              <a:gd name="connsiteX25" fmla="*/ 595973 w 604961"/>
              <a:gd name="connsiteY25" fmla="*/ 164371 h 455853"/>
              <a:gd name="connsiteX26" fmla="*/ 574153 w 604961"/>
              <a:gd name="connsiteY26" fmla="*/ 173579 h 455853"/>
              <a:gd name="connsiteX27" fmla="*/ 552333 w 604961"/>
              <a:gd name="connsiteY27" fmla="*/ 164371 h 455853"/>
              <a:gd name="connsiteX28" fmla="*/ 302481 w 604961"/>
              <a:gd name="connsiteY28" fmla="*/ 60929 h 455853"/>
              <a:gd name="connsiteX29" fmla="*/ 52628 w 604961"/>
              <a:gd name="connsiteY29" fmla="*/ 164371 h 455853"/>
              <a:gd name="connsiteX30" fmla="*/ 8988 w 604961"/>
              <a:gd name="connsiteY30" fmla="*/ 164371 h 455853"/>
              <a:gd name="connsiteX31" fmla="*/ 8988 w 604961"/>
              <a:gd name="connsiteY31" fmla="*/ 121091 h 455853"/>
              <a:gd name="connsiteX32" fmla="*/ 302481 w 604961"/>
              <a:gd name="connsiteY32" fmla="*/ 0 h 455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4961" h="455853">
                <a:moveTo>
                  <a:pt x="302445" y="388391"/>
                </a:moveTo>
                <a:cubicBezTo>
                  <a:pt x="321132" y="388391"/>
                  <a:pt x="336281" y="403493"/>
                  <a:pt x="336281" y="422122"/>
                </a:cubicBezTo>
                <a:cubicBezTo>
                  <a:pt x="336281" y="440751"/>
                  <a:pt x="321132" y="455853"/>
                  <a:pt x="302445" y="455853"/>
                </a:cubicBezTo>
                <a:cubicBezTo>
                  <a:pt x="283758" y="455853"/>
                  <a:pt x="268609" y="440751"/>
                  <a:pt x="268609" y="422122"/>
                </a:cubicBezTo>
                <a:cubicBezTo>
                  <a:pt x="268609" y="403493"/>
                  <a:pt x="283758" y="388391"/>
                  <a:pt x="302445" y="388391"/>
                </a:cubicBezTo>
                <a:close/>
                <a:moveTo>
                  <a:pt x="302420" y="268995"/>
                </a:moveTo>
                <a:cubicBezTo>
                  <a:pt x="339641" y="268996"/>
                  <a:pt x="376824" y="283109"/>
                  <a:pt x="405095" y="311336"/>
                </a:cubicBezTo>
                <a:cubicBezTo>
                  <a:pt x="417079" y="323301"/>
                  <a:pt x="417079" y="342631"/>
                  <a:pt x="405095" y="354903"/>
                </a:cubicBezTo>
                <a:cubicBezTo>
                  <a:pt x="399256" y="360733"/>
                  <a:pt x="391267" y="363801"/>
                  <a:pt x="383584" y="363801"/>
                </a:cubicBezTo>
                <a:cubicBezTo>
                  <a:pt x="375594" y="363801"/>
                  <a:pt x="367605" y="360733"/>
                  <a:pt x="361766" y="354903"/>
                </a:cubicBezTo>
                <a:cubicBezTo>
                  <a:pt x="328886" y="322074"/>
                  <a:pt x="275724" y="322074"/>
                  <a:pt x="243150" y="354903"/>
                </a:cubicBezTo>
                <a:cubicBezTo>
                  <a:pt x="231166" y="366869"/>
                  <a:pt x="211806" y="366869"/>
                  <a:pt x="199514" y="354903"/>
                </a:cubicBezTo>
                <a:cubicBezTo>
                  <a:pt x="187530" y="342631"/>
                  <a:pt x="187530" y="323301"/>
                  <a:pt x="199514" y="311336"/>
                </a:cubicBezTo>
                <a:cubicBezTo>
                  <a:pt x="227939" y="283109"/>
                  <a:pt x="265199" y="268996"/>
                  <a:pt x="302420" y="268995"/>
                </a:cubicBezTo>
                <a:close/>
                <a:moveTo>
                  <a:pt x="302304" y="141784"/>
                </a:moveTo>
                <a:cubicBezTo>
                  <a:pt x="372138" y="141784"/>
                  <a:pt x="441972" y="168335"/>
                  <a:pt x="495136" y="221437"/>
                </a:cubicBezTo>
                <a:cubicBezTo>
                  <a:pt x="507120" y="233408"/>
                  <a:pt x="507120" y="252745"/>
                  <a:pt x="495136" y="264716"/>
                </a:cubicBezTo>
                <a:cubicBezTo>
                  <a:pt x="489297" y="270855"/>
                  <a:pt x="481307" y="273924"/>
                  <a:pt x="473624" y="273924"/>
                </a:cubicBezTo>
                <a:cubicBezTo>
                  <a:pt x="465635" y="273924"/>
                  <a:pt x="457952" y="270855"/>
                  <a:pt x="451806" y="264716"/>
                </a:cubicBezTo>
                <a:cubicBezTo>
                  <a:pt x="369449" y="182454"/>
                  <a:pt x="235466" y="182454"/>
                  <a:pt x="153109" y="264716"/>
                </a:cubicBezTo>
                <a:cubicBezTo>
                  <a:pt x="141124" y="276687"/>
                  <a:pt x="121457" y="276687"/>
                  <a:pt x="109472" y="264716"/>
                </a:cubicBezTo>
                <a:cubicBezTo>
                  <a:pt x="97488" y="252745"/>
                  <a:pt x="97488" y="233408"/>
                  <a:pt x="109472" y="221437"/>
                </a:cubicBezTo>
                <a:cubicBezTo>
                  <a:pt x="162636" y="168335"/>
                  <a:pt x="232470" y="141784"/>
                  <a:pt x="302304" y="141784"/>
                </a:cubicBezTo>
                <a:close/>
                <a:moveTo>
                  <a:pt x="302481" y="0"/>
                </a:moveTo>
                <a:cubicBezTo>
                  <a:pt x="408737" y="0"/>
                  <a:pt x="514994" y="40364"/>
                  <a:pt x="595973" y="121091"/>
                </a:cubicBezTo>
                <a:cubicBezTo>
                  <a:pt x="607958" y="133062"/>
                  <a:pt x="607958" y="152400"/>
                  <a:pt x="595973" y="164371"/>
                </a:cubicBezTo>
                <a:cubicBezTo>
                  <a:pt x="589826" y="170510"/>
                  <a:pt x="581836" y="173579"/>
                  <a:pt x="574153" y="173579"/>
                </a:cubicBezTo>
                <a:cubicBezTo>
                  <a:pt x="566163" y="173579"/>
                  <a:pt x="558479" y="170510"/>
                  <a:pt x="552333" y="164371"/>
                </a:cubicBezTo>
                <a:cubicBezTo>
                  <a:pt x="485644" y="97763"/>
                  <a:pt x="396828" y="60929"/>
                  <a:pt x="302481" y="60929"/>
                </a:cubicBezTo>
                <a:cubicBezTo>
                  <a:pt x="208133" y="60929"/>
                  <a:pt x="119317" y="97763"/>
                  <a:pt x="52628" y="164371"/>
                </a:cubicBezTo>
                <a:cubicBezTo>
                  <a:pt x="40642" y="176342"/>
                  <a:pt x="20974" y="176342"/>
                  <a:pt x="8988" y="164371"/>
                </a:cubicBezTo>
                <a:cubicBezTo>
                  <a:pt x="-2997" y="152400"/>
                  <a:pt x="-2997" y="133062"/>
                  <a:pt x="8988" y="121091"/>
                </a:cubicBezTo>
                <a:cubicBezTo>
                  <a:pt x="89968" y="40364"/>
                  <a:pt x="196224" y="0"/>
                  <a:pt x="302481" y="0"/>
                </a:cubicBezTo>
                <a:close/>
              </a:path>
            </a:pathLst>
          </a:custGeom>
          <a:gradFill>
            <a:gsLst>
              <a:gs pos="0">
                <a:srgbClr val="15A5FE">
                  <a:alpha val="37000"/>
                </a:srgbClr>
              </a:gs>
              <a:gs pos="47000">
                <a:srgbClr val="15A5FE"/>
              </a:gs>
              <a:gs pos="100000">
                <a:srgbClr val="15A5FE">
                  <a:alpha val="4000"/>
                </a:srgbClr>
              </a:gs>
            </a:gsLst>
            <a:lin ang="300000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497343" y="2264232"/>
            <a:ext cx="3343813" cy="63500"/>
          </a:xfrm>
          <a:prstGeom prst="rect">
            <a:avLst/>
          </a:prstGeom>
          <a:gradFill>
            <a:gsLst>
              <a:gs pos="0">
                <a:srgbClr val="15A5FE">
                  <a:alpha val="37000"/>
                </a:srgbClr>
              </a:gs>
              <a:gs pos="47000">
                <a:srgbClr val="15A5FE"/>
              </a:gs>
              <a:gs pos="100000">
                <a:srgbClr val="15A5FE">
                  <a:alpha val="4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 flipH="1">
            <a:off x="1410154" y="5341480"/>
            <a:ext cx="3573995" cy="10991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严格的权限隔离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基于用户ID实现会话资源的严格归属，非授权用户无法访问或操作他人会话，从数据层面保障隐私安全与访问合规。</a:t>
            </a:r>
            <a:endParaRPr lang="en-US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checked_158820"/>
          <p:cNvSpPr>
            <a:spLocks noChangeAspect="1"/>
          </p:cNvSpPr>
          <p:nvPr/>
        </p:nvSpPr>
        <p:spPr bwMode="auto">
          <a:xfrm>
            <a:off x="550112" y="5315186"/>
            <a:ext cx="756888" cy="748836"/>
          </a:xfrm>
          <a:custGeom>
            <a:avLst/>
            <a:gdLst>
              <a:gd name="connsiteX0" fmla="*/ 301218 w 602205"/>
              <a:gd name="connsiteY0" fmla="*/ 157305 h 595799"/>
              <a:gd name="connsiteX1" fmla="*/ 368986 w 602205"/>
              <a:gd name="connsiteY1" fmla="*/ 225125 h 595799"/>
              <a:gd name="connsiteX2" fmla="*/ 322678 w 602205"/>
              <a:gd name="connsiteY2" fmla="*/ 289401 h 595799"/>
              <a:gd name="connsiteX3" fmla="*/ 322678 w 602205"/>
              <a:gd name="connsiteY3" fmla="*/ 574374 h 595799"/>
              <a:gd name="connsiteX4" fmla="*/ 301218 w 602205"/>
              <a:gd name="connsiteY4" fmla="*/ 595799 h 595799"/>
              <a:gd name="connsiteX5" fmla="*/ 279597 w 602205"/>
              <a:gd name="connsiteY5" fmla="*/ 574374 h 595799"/>
              <a:gd name="connsiteX6" fmla="*/ 279597 w 602205"/>
              <a:gd name="connsiteY6" fmla="*/ 289401 h 595799"/>
              <a:gd name="connsiteX7" fmla="*/ 233289 w 602205"/>
              <a:gd name="connsiteY7" fmla="*/ 225125 h 595799"/>
              <a:gd name="connsiteX8" fmla="*/ 301218 w 602205"/>
              <a:gd name="connsiteY8" fmla="*/ 157305 h 595799"/>
              <a:gd name="connsiteX9" fmla="*/ 402053 w 602205"/>
              <a:gd name="connsiteY9" fmla="*/ 72058 h 595799"/>
              <a:gd name="connsiteX10" fmla="*/ 418345 w 602205"/>
              <a:gd name="connsiteY10" fmla="*/ 74675 h 595799"/>
              <a:gd name="connsiteX11" fmla="*/ 502708 w 602205"/>
              <a:gd name="connsiteY11" fmla="*/ 225132 h 595799"/>
              <a:gd name="connsiteX12" fmla="*/ 418345 w 602205"/>
              <a:gd name="connsiteY12" fmla="*/ 375589 h 595799"/>
              <a:gd name="connsiteX13" fmla="*/ 407054 w 602205"/>
              <a:gd name="connsiteY13" fmla="*/ 378811 h 595799"/>
              <a:gd name="connsiteX14" fmla="*/ 388665 w 602205"/>
              <a:gd name="connsiteY14" fmla="*/ 368501 h 595799"/>
              <a:gd name="connsiteX15" fmla="*/ 395762 w 602205"/>
              <a:gd name="connsiteY15" fmla="*/ 339022 h 595799"/>
              <a:gd name="connsiteX16" fmla="*/ 459640 w 602205"/>
              <a:gd name="connsiteY16" fmla="*/ 225132 h 595799"/>
              <a:gd name="connsiteX17" fmla="*/ 395762 w 602205"/>
              <a:gd name="connsiteY17" fmla="*/ 111243 h 595799"/>
              <a:gd name="connsiteX18" fmla="*/ 388665 w 602205"/>
              <a:gd name="connsiteY18" fmla="*/ 81763 h 595799"/>
              <a:gd name="connsiteX19" fmla="*/ 402053 w 602205"/>
              <a:gd name="connsiteY19" fmla="*/ 72058 h 595799"/>
              <a:gd name="connsiteX20" fmla="*/ 200244 w 602205"/>
              <a:gd name="connsiteY20" fmla="*/ 72058 h 595799"/>
              <a:gd name="connsiteX21" fmla="*/ 213612 w 602205"/>
              <a:gd name="connsiteY21" fmla="*/ 81763 h 595799"/>
              <a:gd name="connsiteX22" fmla="*/ 206514 w 602205"/>
              <a:gd name="connsiteY22" fmla="*/ 111243 h 595799"/>
              <a:gd name="connsiteX23" fmla="*/ 142637 w 602205"/>
              <a:gd name="connsiteY23" fmla="*/ 225132 h 595799"/>
              <a:gd name="connsiteX24" fmla="*/ 206514 w 602205"/>
              <a:gd name="connsiteY24" fmla="*/ 339022 h 595799"/>
              <a:gd name="connsiteX25" fmla="*/ 213612 w 602205"/>
              <a:gd name="connsiteY25" fmla="*/ 368501 h 595799"/>
              <a:gd name="connsiteX26" fmla="*/ 195223 w 602205"/>
              <a:gd name="connsiteY26" fmla="*/ 378811 h 595799"/>
              <a:gd name="connsiteX27" fmla="*/ 184093 w 602205"/>
              <a:gd name="connsiteY27" fmla="*/ 375589 h 595799"/>
              <a:gd name="connsiteX28" fmla="*/ 99568 w 602205"/>
              <a:gd name="connsiteY28" fmla="*/ 225132 h 595799"/>
              <a:gd name="connsiteX29" fmla="*/ 184093 w 602205"/>
              <a:gd name="connsiteY29" fmla="*/ 74675 h 595799"/>
              <a:gd name="connsiteX30" fmla="*/ 200244 w 602205"/>
              <a:gd name="connsiteY30" fmla="*/ 72058 h 595799"/>
              <a:gd name="connsiteX31" fmla="*/ 475631 w 602205"/>
              <a:gd name="connsiteY31" fmla="*/ 213 h 595799"/>
              <a:gd name="connsiteX32" fmla="*/ 491559 w 602205"/>
              <a:gd name="connsiteY32" fmla="*/ 4280 h 595799"/>
              <a:gd name="connsiteX33" fmla="*/ 602205 w 602205"/>
              <a:gd name="connsiteY33" fmla="*/ 225147 h 595799"/>
              <a:gd name="connsiteX34" fmla="*/ 491559 w 602205"/>
              <a:gd name="connsiteY34" fmla="*/ 446014 h 595799"/>
              <a:gd name="connsiteX35" fmla="*/ 478655 w 602205"/>
              <a:gd name="connsiteY35" fmla="*/ 450364 h 595799"/>
              <a:gd name="connsiteX36" fmla="*/ 461397 w 602205"/>
              <a:gd name="connsiteY36" fmla="*/ 441665 h 595799"/>
              <a:gd name="connsiteX37" fmla="*/ 465752 w 602205"/>
              <a:gd name="connsiteY37" fmla="*/ 411700 h 595799"/>
              <a:gd name="connsiteX38" fmla="*/ 559302 w 602205"/>
              <a:gd name="connsiteY38" fmla="*/ 225147 h 595799"/>
              <a:gd name="connsiteX39" fmla="*/ 465752 w 602205"/>
              <a:gd name="connsiteY39" fmla="*/ 38594 h 595799"/>
              <a:gd name="connsiteX40" fmla="*/ 461397 w 602205"/>
              <a:gd name="connsiteY40" fmla="*/ 8469 h 595799"/>
              <a:gd name="connsiteX41" fmla="*/ 475631 w 602205"/>
              <a:gd name="connsiteY41" fmla="*/ 213 h 595799"/>
              <a:gd name="connsiteX42" fmla="*/ 126635 w 602205"/>
              <a:gd name="connsiteY42" fmla="*/ 213 h 595799"/>
              <a:gd name="connsiteX43" fmla="*/ 140808 w 602205"/>
              <a:gd name="connsiteY43" fmla="*/ 8469 h 595799"/>
              <a:gd name="connsiteX44" fmla="*/ 136453 w 602205"/>
              <a:gd name="connsiteY44" fmla="*/ 38594 h 595799"/>
              <a:gd name="connsiteX45" fmla="*/ 43065 w 602205"/>
              <a:gd name="connsiteY45" fmla="*/ 225147 h 595799"/>
              <a:gd name="connsiteX46" fmla="*/ 136453 w 602205"/>
              <a:gd name="connsiteY46" fmla="*/ 411700 h 595799"/>
              <a:gd name="connsiteX47" fmla="*/ 140808 w 602205"/>
              <a:gd name="connsiteY47" fmla="*/ 441665 h 595799"/>
              <a:gd name="connsiteX48" fmla="*/ 123550 w 602205"/>
              <a:gd name="connsiteY48" fmla="*/ 450364 h 595799"/>
              <a:gd name="connsiteX49" fmla="*/ 110647 w 602205"/>
              <a:gd name="connsiteY49" fmla="*/ 446014 h 595799"/>
              <a:gd name="connsiteX50" fmla="*/ 0 w 602205"/>
              <a:gd name="connsiteY50" fmla="*/ 225147 h 595799"/>
              <a:gd name="connsiteX51" fmla="*/ 110647 w 602205"/>
              <a:gd name="connsiteY51" fmla="*/ 4280 h 595799"/>
              <a:gd name="connsiteX52" fmla="*/ 126635 w 602205"/>
              <a:gd name="connsiteY52" fmla="*/ 213 h 59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2205" h="595799">
                <a:moveTo>
                  <a:pt x="301218" y="157305"/>
                </a:moveTo>
                <a:cubicBezTo>
                  <a:pt x="338652" y="157305"/>
                  <a:pt x="368986" y="187751"/>
                  <a:pt x="368986" y="225125"/>
                </a:cubicBezTo>
                <a:cubicBezTo>
                  <a:pt x="368986" y="254927"/>
                  <a:pt x="349624" y="280380"/>
                  <a:pt x="322678" y="289401"/>
                </a:cubicBezTo>
                <a:lnTo>
                  <a:pt x="322678" y="574374"/>
                </a:lnTo>
                <a:cubicBezTo>
                  <a:pt x="322678" y="586295"/>
                  <a:pt x="312997" y="595799"/>
                  <a:pt x="301218" y="595799"/>
                </a:cubicBezTo>
                <a:cubicBezTo>
                  <a:pt x="289278" y="595799"/>
                  <a:pt x="279597" y="586295"/>
                  <a:pt x="279597" y="574374"/>
                </a:cubicBezTo>
                <a:lnTo>
                  <a:pt x="279597" y="289401"/>
                </a:lnTo>
                <a:cubicBezTo>
                  <a:pt x="252813" y="280380"/>
                  <a:pt x="233289" y="254927"/>
                  <a:pt x="233289" y="225125"/>
                </a:cubicBezTo>
                <a:cubicBezTo>
                  <a:pt x="233289" y="187751"/>
                  <a:pt x="263785" y="157305"/>
                  <a:pt x="301218" y="157305"/>
                </a:cubicBezTo>
                <a:close/>
                <a:moveTo>
                  <a:pt x="402053" y="72058"/>
                </a:moveTo>
                <a:cubicBezTo>
                  <a:pt x="407417" y="70769"/>
                  <a:pt x="413264" y="71534"/>
                  <a:pt x="418345" y="74675"/>
                </a:cubicBezTo>
                <a:cubicBezTo>
                  <a:pt x="471092" y="107054"/>
                  <a:pt x="502708" y="163274"/>
                  <a:pt x="502708" y="225132"/>
                </a:cubicBezTo>
                <a:cubicBezTo>
                  <a:pt x="502708" y="286990"/>
                  <a:pt x="471092" y="343210"/>
                  <a:pt x="418345" y="375589"/>
                </a:cubicBezTo>
                <a:cubicBezTo>
                  <a:pt x="414796" y="377683"/>
                  <a:pt x="410925" y="378811"/>
                  <a:pt x="407054" y="378811"/>
                </a:cubicBezTo>
                <a:cubicBezTo>
                  <a:pt x="399795" y="378811"/>
                  <a:pt x="392859" y="375106"/>
                  <a:pt x="388665" y="368501"/>
                </a:cubicBezTo>
                <a:cubicBezTo>
                  <a:pt x="382535" y="358353"/>
                  <a:pt x="385761" y="345143"/>
                  <a:pt x="395762" y="339022"/>
                </a:cubicBezTo>
                <a:cubicBezTo>
                  <a:pt x="435766" y="314537"/>
                  <a:pt x="459640" y="271848"/>
                  <a:pt x="459640" y="225132"/>
                </a:cubicBezTo>
                <a:cubicBezTo>
                  <a:pt x="459640" y="178417"/>
                  <a:pt x="435766" y="135728"/>
                  <a:pt x="395762" y="111243"/>
                </a:cubicBezTo>
                <a:cubicBezTo>
                  <a:pt x="385761" y="105121"/>
                  <a:pt x="382535" y="91912"/>
                  <a:pt x="388665" y="81763"/>
                </a:cubicBezTo>
                <a:cubicBezTo>
                  <a:pt x="391810" y="76689"/>
                  <a:pt x="396690" y="73347"/>
                  <a:pt x="402053" y="72058"/>
                </a:cubicBezTo>
                <a:close/>
                <a:moveTo>
                  <a:pt x="200244" y="72058"/>
                </a:moveTo>
                <a:cubicBezTo>
                  <a:pt x="205587" y="73347"/>
                  <a:pt x="210466" y="76689"/>
                  <a:pt x="213612" y="81763"/>
                </a:cubicBezTo>
                <a:cubicBezTo>
                  <a:pt x="219741" y="91912"/>
                  <a:pt x="216676" y="105121"/>
                  <a:pt x="206514" y="111243"/>
                </a:cubicBezTo>
                <a:cubicBezTo>
                  <a:pt x="166510" y="135728"/>
                  <a:pt x="142637" y="178417"/>
                  <a:pt x="142637" y="225132"/>
                </a:cubicBezTo>
                <a:cubicBezTo>
                  <a:pt x="142637" y="271848"/>
                  <a:pt x="166510" y="314537"/>
                  <a:pt x="206514" y="339022"/>
                </a:cubicBezTo>
                <a:cubicBezTo>
                  <a:pt x="216676" y="345143"/>
                  <a:pt x="219741" y="358353"/>
                  <a:pt x="213612" y="368501"/>
                </a:cubicBezTo>
                <a:cubicBezTo>
                  <a:pt x="209579" y="375106"/>
                  <a:pt x="202481" y="378811"/>
                  <a:pt x="195223" y="378811"/>
                </a:cubicBezTo>
                <a:cubicBezTo>
                  <a:pt x="191351" y="378811"/>
                  <a:pt x="187480" y="377683"/>
                  <a:pt x="184093" y="375589"/>
                </a:cubicBezTo>
                <a:cubicBezTo>
                  <a:pt x="131184" y="343210"/>
                  <a:pt x="99568" y="286990"/>
                  <a:pt x="99568" y="225132"/>
                </a:cubicBezTo>
                <a:cubicBezTo>
                  <a:pt x="99568" y="163274"/>
                  <a:pt x="131184" y="107054"/>
                  <a:pt x="184093" y="74675"/>
                </a:cubicBezTo>
                <a:cubicBezTo>
                  <a:pt x="189093" y="71534"/>
                  <a:pt x="194900" y="70769"/>
                  <a:pt x="200244" y="72058"/>
                </a:cubicBezTo>
                <a:close/>
                <a:moveTo>
                  <a:pt x="475631" y="213"/>
                </a:moveTo>
                <a:cubicBezTo>
                  <a:pt x="481075" y="-553"/>
                  <a:pt x="486801" y="736"/>
                  <a:pt x="491559" y="4280"/>
                </a:cubicBezTo>
                <a:cubicBezTo>
                  <a:pt x="561882" y="56960"/>
                  <a:pt x="602205" y="137509"/>
                  <a:pt x="602205" y="225147"/>
                </a:cubicBezTo>
                <a:cubicBezTo>
                  <a:pt x="602205" y="312785"/>
                  <a:pt x="561882" y="393335"/>
                  <a:pt x="491559" y="446014"/>
                </a:cubicBezTo>
                <a:cubicBezTo>
                  <a:pt x="487688" y="448914"/>
                  <a:pt x="483172" y="450364"/>
                  <a:pt x="478655" y="450364"/>
                </a:cubicBezTo>
                <a:cubicBezTo>
                  <a:pt x="472204" y="450364"/>
                  <a:pt x="465752" y="447303"/>
                  <a:pt x="461397" y="441665"/>
                </a:cubicBezTo>
                <a:cubicBezTo>
                  <a:pt x="454300" y="432321"/>
                  <a:pt x="456236" y="418789"/>
                  <a:pt x="465752" y="411700"/>
                </a:cubicBezTo>
                <a:cubicBezTo>
                  <a:pt x="525108" y="367237"/>
                  <a:pt x="559302" y="299253"/>
                  <a:pt x="559302" y="225147"/>
                </a:cubicBezTo>
                <a:cubicBezTo>
                  <a:pt x="559302" y="151042"/>
                  <a:pt x="525108" y="83058"/>
                  <a:pt x="465752" y="38594"/>
                </a:cubicBezTo>
                <a:cubicBezTo>
                  <a:pt x="456236" y="31506"/>
                  <a:pt x="454300" y="17974"/>
                  <a:pt x="461397" y="8469"/>
                </a:cubicBezTo>
                <a:cubicBezTo>
                  <a:pt x="465026" y="3797"/>
                  <a:pt x="470188" y="978"/>
                  <a:pt x="475631" y="213"/>
                </a:cubicBezTo>
                <a:close/>
                <a:moveTo>
                  <a:pt x="126635" y="213"/>
                </a:moveTo>
                <a:cubicBezTo>
                  <a:pt x="132099" y="978"/>
                  <a:pt x="137260" y="3797"/>
                  <a:pt x="140808" y="8469"/>
                </a:cubicBezTo>
                <a:cubicBezTo>
                  <a:pt x="147905" y="17974"/>
                  <a:pt x="145970" y="31506"/>
                  <a:pt x="136453" y="38594"/>
                </a:cubicBezTo>
                <a:cubicBezTo>
                  <a:pt x="77098" y="83058"/>
                  <a:pt x="43065" y="151042"/>
                  <a:pt x="43065" y="225147"/>
                </a:cubicBezTo>
                <a:cubicBezTo>
                  <a:pt x="43065" y="299253"/>
                  <a:pt x="77098" y="367237"/>
                  <a:pt x="136453" y="411700"/>
                </a:cubicBezTo>
                <a:cubicBezTo>
                  <a:pt x="145970" y="418789"/>
                  <a:pt x="147905" y="432321"/>
                  <a:pt x="140808" y="441665"/>
                </a:cubicBezTo>
                <a:cubicBezTo>
                  <a:pt x="136615" y="447303"/>
                  <a:pt x="130163" y="450364"/>
                  <a:pt x="123550" y="450364"/>
                </a:cubicBezTo>
                <a:cubicBezTo>
                  <a:pt x="119034" y="450364"/>
                  <a:pt x="114518" y="448914"/>
                  <a:pt x="110647" y="446014"/>
                </a:cubicBezTo>
                <a:cubicBezTo>
                  <a:pt x="40323" y="393335"/>
                  <a:pt x="0" y="312785"/>
                  <a:pt x="0" y="225147"/>
                </a:cubicBezTo>
                <a:cubicBezTo>
                  <a:pt x="0" y="137509"/>
                  <a:pt x="40323" y="56960"/>
                  <a:pt x="110647" y="4280"/>
                </a:cubicBezTo>
                <a:cubicBezTo>
                  <a:pt x="115405" y="736"/>
                  <a:pt x="121171" y="-553"/>
                  <a:pt x="126635" y="213"/>
                </a:cubicBezTo>
                <a:close/>
              </a:path>
            </a:pathLst>
          </a:custGeom>
          <a:gradFill>
            <a:gsLst>
              <a:gs pos="0">
                <a:srgbClr val="15A5FE">
                  <a:alpha val="37000"/>
                </a:srgbClr>
              </a:gs>
              <a:gs pos="47000">
                <a:srgbClr val="15A5FE"/>
              </a:gs>
              <a:gs pos="100000">
                <a:srgbClr val="15A5FE">
                  <a:alpha val="4000"/>
                </a:srgbClr>
              </a:gs>
            </a:gsLst>
            <a:lin ang="3000000" scaled="0"/>
          </a:gra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497342" y="5228712"/>
            <a:ext cx="3343813" cy="63500"/>
          </a:xfrm>
          <a:prstGeom prst="rect">
            <a:avLst/>
          </a:prstGeom>
          <a:gradFill>
            <a:gsLst>
              <a:gs pos="0">
                <a:srgbClr val="15A5FE">
                  <a:alpha val="37000"/>
                </a:srgbClr>
              </a:gs>
              <a:gs pos="47000">
                <a:srgbClr val="15A5FE"/>
              </a:gs>
              <a:gs pos="100000">
                <a:srgbClr val="15A5FE">
                  <a:alpha val="4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22"/>
          <p:cNvSpPr txBox="1"/>
          <p:nvPr>
            <p:custDataLst>
              <p:tags r:id="rId6"/>
            </p:custDataLst>
          </p:nvPr>
        </p:nvSpPr>
        <p:spPr>
          <a:xfrm flipH="1">
            <a:off x="1410154" y="3865995"/>
            <a:ext cx="3573995" cy="10991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数据持久化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会话与消息全量持久化至数据库，服务重启后历史对话无损恢复，支持跨终端无缝续聊，实现真正的“记忆延续”。</a:t>
            </a:r>
            <a:endParaRPr lang="en-US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7" name="checked_158820"/>
          <p:cNvSpPr>
            <a:spLocks noChangeAspect="1"/>
          </p:cNvSpPr>
          <p:nvPr/>
        </p:nvSpPr>
        <p:spPr bwMode="auto">
          <a:xfrm>
            <a:off x="565028" y="3898348"/>
            <a:ext cx="727058" cy="756889"/>
          </a:xfrm>
          <a:custGeom>
            <a:avLst/>
            <a:gdLst>
              <a:gd name="T0" fmla="*/ 4242 w 4581"/>
              <a:gd name="T1" fmla="*/ 3738 h 4777"/>
              <a:gd name="T2" fmla="*/ 4242 w 4581"/>
              <a:gd name="T3" fmla="*/ 3148 h 4777"/>
              <a:gd name="T4" fmla="*/ 3975 w 4581"/>
              <a:gd name="T5" fmla="*/ 2881 h 4777"/>
              <a:gd name="T6" fmla="*/ 2491 w 4581"/>
              <a:gd name="T7" fmla="*/ 2881 h 4777"/>
              <a:gd name="T8" fmla="*/ 2491 w 4581"/>
              <a:gd name="T9" fmla="*/ 2438 h 4777"/>
              <a:gd name="T10" fmla="*/ 2874 w 4581"/>
              <a:gd name="T11" fmla="*/ 2439 h 4777"/>
              <a:gd name="T12" fmla="*/ 3306 w 4581"/>
              <a:gd name="T13" fmla="*/ 2440 h 4777"/>
              <a:gd name="T14" fmla="*/ 4078 w 4581"/>
              <a:gd name="T15" fmla="*/ 1668 h 4777"/>
              <a:gd name="T16" fmla="*/ 3306 w 4581"/>
              <a:gd name="T17" fmla="*/ 897 h 4777"/>
              <a:gd name="T18" fmla="*/ 3289 w 4581"/>
              <a:gd name="T19" fmla="*/ 897 h 4777"/>
              <a:gd name="T20" fmla="*/ 2238 w 4581"/>
              <a:gd name="T21" fmla="*/ 0 h 4777"/>
              <a:gd name="T22" fmla="*/ 1204 w 4581"/>
              <a:gd name="T23" fmla="*/ 809 h 4777"/>
              <a:gd name="T24" fmla="*/ 503 w 4581"/>
              <a:gd name="T25" fmla="*/ 1619 h 4777"/>
              <a:gd name="T26" fmla="*/ 1322 w 4581"/>
              <a:gd name="T27" fmla="*/ 2438 h 4777"/>
              <a:gd name="T28" fmla="*/ 2091 w 4581"/>
              <a:gd name="T29" fmla="*/ 2438 h 4777"/>
              <a:gd name="T30" fmla="*/ 2091 w 4581"/>
              <a:gd name="T31" fmla="*/ 2881 h 4777"/>
              <a:gd name="T32" fmla="*/ 606 w 4581"/>
              <a:gd name="T33" fmla="*/ 2881 h 4777"/>
              <a:gd name="T34" fmla="*/ 339 w 4581"/>
              <a:gd name="T35" fmla="*/ 3148 h 4777"/>
              <a:gd name="T36" fmla="*/ 339 w 4581"/>
              <a:gd name="T37" fmla="*/ 3738 h 4777"/>
              <a:gd name="T38" fmla="*/ 0 w 4581"/>
              <a:gd name="T39" fmla="*/ 4238 h 4777"/>
              <a:gd name="T40" fmla="*/ 539 w 4581"/>
              <a:gd name="T41" fmla="*/ 4777 h 4777"/>
              <a:gd name="T42" fmla="*/ 1078 w 4581"/>
              <a:gd name="T43" fmla="*/ 4238 h 4777"/>
              <a:gd name="T44" fmla="*/ 739 w 4581"/>
              <a:gd name="T45" fmla="*/ 3738 h 4777"/>
              <a:gd name="T46" fmla="*/ 739 w 4581"/>
              <a:gd name="T47" fmla="*/ 3281 h 4777"/>
              <a:gd name="T48" fmla="*/ 2091 w 4581"/>
              <a:gd name="T49" fmla="*/ 3281 h 4777"/>
              <a:gd name="T50" fmla="*/ 2091 w 4581"/>
              <a:gd name="T51" fmla="*/ 3738 h 4777"/>
              <a:gd name="T52" fmla="*/ 1751 w 4581"/>
              <a:gd name="T53" fmla="*/ 4238 h 4777"/>
              <a:gd name="T54" fmla="*/ 2291 w 4581"/>
              <a:gd name="T55" fmla="*/ 4777 h 4777"/>
              <a:gd name="T56" fmla="*/ 2830 w 4581"/>
              <a:gd name="T57" fmla="*/ 4238 h 4777"/>
              <a:gd name="T58" fmla="*/ 2491 w 4581"/>
              <a:gd name="T59" fmla="*/ 3738 h 4777"/>
              <a:gd name="T60" fmla="*/ 2491 w 4581"/>
              <a:gd name="T61" fmla="*/ 3281 h 4777"/>
              <a:gd name="T62" fmla="*/ 3842 w 4581"/>
              <a:gd name="T63" fmla="*/ 3281 h 4777"/>
              <a:gd name="T64" fmla="*/ 3842 w 4581"/>
              <a:gd name="T65" fmla="*/ 3738 h 4777"/>
              <a:gd name="T66" fmla="*/ 3503 w 4581"/>
              <a:gd name="T67" fmla="*/ 4238 h 4777"/>
              <a:gd name="T68" fmla="*/ 4042 w 4581"/>
              <a:gd name="T69" fmla="*/ 4777 h 4777"/>
              <a:gd name="T70" fmla="*/ 4581 w 4581"/>
              <a:gd name="T71" fmla="*/ 4238 h 4777"/>
              <a:gd name="T72" fmla="*/ 4242 w 4581"/>
              <a:gd name="T73" fmla="*/ 3738 h 4777"/>
              <a:gd name="T74" fmla="*/ 903 w 4581"/>
              <a:gd name="T75" fmla="*/ 1619 h 4777"/>
              <a:gd name="T76" fmla="*/ 1322 w 4581"/>
              <a:gd name="T77" fmla="*/ 1201 h 4777"/>
              <a:gd name="T78" fmla="*/ 1326 w 4581"/>
              <a:gd name="T79" fmla="*/ 1201 h 4777"/>
              <a:gd name="T80" fmla="*/ 1331 w 4581"/>
              <a:gd name="T81" fmla="*/ 1201 h 4777"/>
              <a:gd name="T82" fmla="*/ 1333 w 4581"/>
              <a:gd name="T83" fmla="*/ 1201 h 4777"/>
              <a:gd name="T84" fmla="*/ 1354 w 4581"/>
              <a:gd name="T85" fmla="*/ 1202 h 4777"/>
              <a:gd name="T86" fmla="*/ 1578 w 4581"/>
              <a:gd name="T87" fmla="*/ 992 h 4777"/>
              <a:gd name="T88" fmla="*/ 2238 w 4581"/>
              <a:gd name="T89" fmla="*/ 400 h 4777"/>
              <a:gd name="T90" fmla="*/ 2902 w 4581"/>
              <a:gd name="T91" fmla="*/ 1064 h 4777"/>
              <a:gd name="T92" fmla="*/ 2902 w 4581"/>
              <a:gd name="T93" fmla="*/ 1073 h 4777"/>
              <a:gd name="T94" fmla="*/ 2902 w 4581"/>
              <a:gd name="T95" fmla="*/ 1078 h 4777"/>
              <a:gd name="T96" fmla="*/ 2958 w 4581"/>
              <a:gd name="T97" fmla="*/ 1252 h 4777"/>
              <a:gd name="T98" fmla="*/ 3124 w 4581"/>
              <a:gd name="T99" fmla="*/ 1325 h 4777"/>
              <a:gd name="T100" fmla="*/ 3192 w 4581"/>
              <a:gd name="T101" fmla="*/ 1315 h 4777"/>
              <a:gd name="T102" fmla="*/ 3306 w 4581"/>
              <a:gd name="T103" fmla="*/ 1297 h 4777"/>
              <a:gd name="T104" fmla="*/ 3678 w 4581"/>
              <a:gd name="T105" fmla="*/ 1668 h 4777"/>
              <a:gd name="T106" fmla="*/ 3306 w 4581"/>
              <a:gd name="T107" fmla="*/ 2040 h 4777"/>
              <a:gd name="T108" fmla="*/ 2875 w 4581"/>
              <a:gd name="T109" fmla="*/ 2039 h 4777"/>
              <a:gd name="T110" fmla="*/ 2448 w 4581"/>
              <a:gd name="T111" fmla="*/ 2038 h 4777"/>
              <a:gd name="T112" fmla="*/ 1322 w 4581"/>
              <a:gd name="T113" fmla="*/ 2038 h 4777"/>
              <a:gd name="T114" fmla="*/ 903 w 4581"/>
              <a:gd name="T115" fmla="*/ 1619 h 4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581" h="4777">
                <a:moveTo>
                  <a:pt x="4242" y="3738"/>
                </a:moveTo>
                <a:lnTo>
                  <a:pt x="4242" y="3148"/>
                </a:lnTo>
                <a:cubicBezTo>
                  <a:pt x="4242" y="3001"/>
                  <a:pt x="4122" y="2881"/>
                  <a:pt x="3975" y="2881"/>
                </a:cubicBezTo>
                <a:lnTo>
                  <a:pt x="2491" y="2881"/>
                </a:lnTo>
                <a:lnTo>
                  <a:pt x="2491" y="2438"/>
                </a:lnTo>
                <a:cubicBezTo>
                  <a:pt x="2563" y="2438"/>
                  <a:pt x="2718" y="2438"/>
                  <a:pt x="2874" y="2439"/>
                </a:cubicBezTo>
                <a:cubicBezTo>
                  <a:pt x="3086" y="2439"/>
                  <a:pt x="3299" y="2440"/>
                  <a:pt x="3306" y="2440"/>
                </a:cubicBezTo>
                <a:cubicBezTo>
                  <a:pt x="3732" y="2440"/>
                  <a:pt x="4078" y="2094"/>
                  <a:pt x="4078" y="1668"/>
                </a:cubicBezTo>
                <a:cubicBezTo>
                  <a:pt x="4078" y="1243"/>
                  <a:pt x="3732" y="897"/>
                  <a:pt x="3306" y="897"/>
                </a:cubicBezTo>
                <a:cubicBezTo>
                  <a:pt x="3300" y="897"/>
                  <a:pt x="3294" y="897"/>
                  <a:pt x="3289" y="897"/>
                </a:cubicBezTo>
                <a:cubicBezTo>
                  <a:pt x="3208" y="389"/>
                  <a:pt x="2767" y="0"/>
                  <a:pt x="2238" y="0"/>
                </a:cubicBezTo>
                <a:cubicBezTo>
                  <a:pt x="1741" y="0"/>
                  <a:pt x="1319" y="339"/>
                  <a:pt x="1204" y="809"/>
                </a:cubicBezTo>
                <a:cubicBezTo>
                  <a:pt x="808" y="866"/>
                  <a:pt x="503" y="1208"/>
                  <a:pt x="503" y="1619"/>
                </a:cubicBezTo>
                <a:cubicBezTo>
                  <a:pt x="503" y="2071"/>
                  <a:pt x="870" y="2438"/>
                  <a:pt x="1322" y="2438"/>
                </a:cubicBezTo>
                <a:lnTo>
                  <a:pt x="2091" y="2438"/>
                </a:lnTo>
                <a:lnTo>
                  <a:pt x="2091" y="2881"/>
                </a:lnTo>
                <a:lnTo>
                  <a:pt x="606" y="2881"/>
                </a:lnTo>
                <a:cubicBezTo>
                  <a:pt x="459" y="2881"/>
                  <a:pt x="339" y="3001"/>
                  <a:pt x="339" y="3148"/>
                </a:cubicBezTo>
                <a:lnTo>
                  <a:pt x="339" y="3738"/>
                </a:lnTo>
                <a:cubicBezTo>
                  <a:pt x="141" y="3817"/>
                  <a:pt x="0" y="4011"/>
                  <a:pt x="0" y="4238"/>
                </a:cubicBezTo>
                <a:cubicBezTo>
                  <a:pt x="0" y="4535"/>
                  <a:pt x="242" y="4777"/>
                  <a:pt x="539" y="4777"/>
                </a:cubicBezTo>
                <a:cubicBezTo>
                  <a:pt x="836" y="4777"/>
                  <a:pt x="1078" y="4535"/>
                  <a:pt x="1078" y="4238"/>
                </a:cubicBezTo>
                <a:cubicBezTo>
                  <a:pt x="1078" y="4011"/>
                  <a:pt x="938" y="3817"/>
                  <a:pt x="739" y="3738"/>
                </a:cubicBezTo>
                <a:lnTo>
                  <a:pt x="739" y="3281"/>
                </a:lnTo>
                <a:lnTo>
                  <a:pt x="2091" y="3281"/>
                </a:lnTo>
                <a:lnTo>
                  <a:pt x="2091" y="3738"/>
                </a:lnTo>
                <a:cubicBezTo>
                  <a:pt x="1892" y="3817"/>
                  <a:pt x="1751" y="4011"/>
                  <a:pt x="1751" y="4238"/>
                </a:cubicBezTo>
                <a:cubicBezTo>
                  <a:pt x="1751" y="4535"/>
                  <a:pt x="1993" y="4777"/>
                  <a:pt x="2291" y="4777"/>
                </a:cubicBezTo>
                <a:cubicBezTo>
                  <a:pt x="2588" y="4777"/>
                  <a:pt x="2830" y="4535"/>
                  <a:pt x="2830" y="4238"/>
                </a:cubicBezTo>
                <a:cubicBezTo>
                  <a:pt x="2830" y="4011"/>
                  <a:pt x="2689" y="3817"/>
                  <a:pt x="2491" y="3738"/>
                </a:cubicBezTo>
                <a:lnTo>
                  <a:pt x="2491" y="3281"/>
                </a:lnTo>
                <a:lnTo>
                  <a:pt x="3842" y="3281"/>
                </a:lnTo>
                <a:lnTo>
                  <a:pt x="3842" y="3738"/>
                </a:lnTo>
                <a:cubicBezTo>
                  <a:pt x="3644" y="3817"/>
                  <a:pt x="3503" y="4011"/>
                  <a:pt x="3503" y="4238"/>
                </a:cubicBezTo>
                <a:cubicBezTo>
                  <a:pt x="3503" y="4535"/>
                  <a:pt x="3745" y="4777"/>
                  <a:pt x="4042" y="4777"/>
                </a:cubicBezTo>
                <a:cubicBezTo>
                  <a:pt x="4339" y="4777"/>
                  <a:pt x="4581" y="4535"/>
                  <a:pt x="4581" y="4238"/>
                </a:cubicBezTo>
                <a:cubicBezTo>
                  <a:pt x="4581" y="4011"/>
                  <a:pt x="4441" y="3817"/>
                  <a:pt x="4242" y="3738"/>
                </a:cubicBezTo>
                <a:close/>
                <a:moveTo>
                  <a:pt x="903" y="1619"/>
                </a:moveTo>
                <a:cubicBezTo>
                  <a:pt x="903" y="1389"/>
                  <a:pt x="1091" y="1201"/>
                  <a:pt x="1322" y="1201"/>
                </a:cubicBezTo>
                <a:lnTo>
                  <a:pt x="1326" y="1201"/>
                </a:lnTo>
                <a:cubicBezTo>
                  <a:pt x="1328" y="1201"/>
                  <a:pt x="1330" y="1201"/>
                  <a:pt x="1331" y="1201"/>
                </a:cubicBezTo>
                <a:cubicBezTo>
                  <a:pt x="1332" y="1201"/>
                  <a:pt x="1333" y="1201"/>
                  <a:pt x="1333" y="1201"/>
                </a:cubicBezTo>
                <a:cubicBezTo>
                  <a:pt x="1340" y="1202"/>
                  <a:pt x="1347" y="1202"/>
                  <a:pt x="1354" y="1202"/>
                </a:cubicBezTo>
                <a:cubicBezTo>
                  <a:pt x="1451" y="1202"/>
                  <a:pt x="1563" y="1136"/>
                  <a:pt x="1578" y="992"/>
                </a:cubicBezTo>
                <a:cubicBezTo>
                  <a:pt x="1614" y="654"/>
                  <a:pt x="1898" y="400"/>
                  <a:pt x="2238" y="400"/>
                </a:cubicBezTo>
                <a:cubicBezTo>
                  <a:pt x="2604" y="400"/>
                  <a:pt x="2902" y="698"/>
                  <a:pt x="2902" y="1064"/>
                </a:cubicBezTo>
                <a:lnTo>
                  <a:pt x="2902" y="1073"/>
                </a:lnTo>
                <a:cubicBezTo>
                  <a:pt x="2902" y="1074"/>
                  <a:pt x="2902" y="1076"/>
                  <a:pt x="2902" y="1078"/>
                </a:cubicBezTo>
                <a:cubicBezTo>
                  <a:pt x="2896" y="1144"/>
                  <a:pt x="2916" y="1205"/>
                  <a:pt x="2958" y="1252"/>
                </a:cubicBezTo>
                <a:cubicBezTo>
                  <a:pt x="3000" y="1299"/>
                  <a:pt x="3061" y="1325"/>
                  <a:pt x="3124" y="1325"/>
                </a:cubicBezTo>
                <a:cubicBezTo>
                  <a:pt x="3147" y="1325"/>
                  <a:pt x="3170" y="1322"/>
                  <a:pt x="3192" y="1315"/>
                </a:cubicBezTo>
                <a:cubicBezTo>
                  <a:pt x="3229" y="1303"/>
                  <a:pt x="3267" y="1297"/>
                  <a:pt x="3306" y="1297"/>
                </a:cubicBezTo>
                <a:cubicBezTo>
                  <a:pt x="3511" y="1297"/>
                  <a:pt x="3678" y="1463"/>
                  <a:pt x="3678" y="1668"/>
                </a:cubicBezTo>
                <a:cubicBezTo>
                  <a:pt x="3678" y="1873"/>
                  <a:pt x="3511" y="2040"/>
                  <a:pt x="3306" y="2040"/>
                </a:cubicBezTo>
                <a:cubicBezTo>
                  <a:pt x="3299" y="2040"/>
                  <a:pt x="3086" y="2039"/>
                  <a:pt x="2875" y="2039"/>
                </a:cubicBezTo>
                <a:cubicBezTo>
                  <a:pt x="2664" y="2038"/>
                  <a:pt x="2455" y="2038"/>
                  <a:pt x="2448" y="2038"/>
                </a:cubicBezTo>
                <a:lnTo>
                  <a:pt x="1322" y="2038"/>
                </a:lnTo>
                <a:cubicBezTo>
                  <a:pt x="1091" y="2038"/>
                  <a:pt x="903" y="1850"/>
                  <a:pt x="903" y="1619"/>
                </a:cubicBezTo>
                <a:close/>
              </a:path>
            </a:pathLst>
          </a:custGeom>
          <a:gradFill>
            <a:gsLst>
              <a:gs pos="0">
                <a:srgbClr val="15A5FE">
                  <a:alpha val="37000"/>
                </a:srgbClr>
              </a:gs>
              <a:gs pos="47000">
                <a:srgbClr val="15A5FE"/>
              </a:gs>
              <a:gs pos="100000">
                <a:srgbClr val="15A5FE">
                  <a:alpha val="4000"/>
                </a:srgbClr>
              </a:gs>
            </a:gsLst>
            <a:lin ang="3000000" scaled="0"/>
          </a:gra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1497341" y="3745126"/>
            <a:ext cx="3343813" cy="63500"/>
          </a:xfrm>
          <a:prstGeom prst="rect">
            <a:avLst/>
          </a:prstGeom>
          <a:gradFill>
            <a:gsLst>
              <a:gs pos="0">
                <a:srgbClr val="15A5FE">
                  <a:alpha val="37000"/>
                </a:srgbClr>
              </a:gs>
              <a:gs pos="47000">
                <a:srgbClr val="15A5FE"/>
              </a:gs>
              <a:gs pos="100000">
                <a:srgbClr val="15A5FE">
                  <a:alpha val="4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64795" y="1509395"/>
            <a:ext cx="609600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核心价值：</a:t>
            </a: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构建安全、连续、高效的智能交互基座，通过会话管理、持久化与权限控制的三位一体设计，确保用户体验的连贯性与数据的绝对安全。</a:t>
            </a:r>
            <a:endParaRPr lang="en-US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4795" y="83693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求职顾问：会话·安全·可观测</a:t>
            </a:r>
            <a:endParaRPr lang="en-US" altLang="en-US" sz="3200" b="1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4" t="16401" r="29466" b="32797"/>
          <a:stretch>
            <a:fillRect/>
          </a:stretch>
        </p:blipFill>
        <p:spPr>
          <a:xfrm>
            <a:off x="0" y="1957705"/>
            <a:ext cx="6299200" cy="49002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104013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l"/>
              <a:defRPr/>
            </a:pPr>
            <a:r>
              <a:rPr lang="zh-CN" altLang="en-US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核心原则：</a:t>
            </a:r>
            <a:endParaRPr lang="zh-CN" altLang="en-US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32075" y="1360170"/>
            <a:ext cx="2717165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r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读主表，写己表</a:t>
            </a:r>
            <a:r>
              <a:rPr lang="en-US" sz="28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140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endParaRPr lang="en-US" altLang="en-US" sz="140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6"/>
          <p:cNvSpPr/>
          <p:nvPr>
            <p:custDataLst>
              <p:tags r:id="rId2"/>
            </p:custDataLst>
          </p:nvPr>
        </p:nvSpPr>
        <p:spPr>
          <a:xfrm>
            <a:off x="6360795" y="1795145"/>
            <a:ext cx="5207000" cy="50800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1"/>
          <p:cNvSpPr/>
          <p:nvPr>
            <p:custDataLst>
              <p:tags r:id="rId3"/>
            </p:custDataLst>
          </p:nvPr>
        </p:nvSpPr>
        <p:spPr>
          <a:xfrm>
            <a:off x="6360795" y="3740150"/>
            <a:ext cx="5207000" cy="50800"/>
          </a:xfrm>
          <a:prstGeom prst="roundRect">
            <a:avLst>
              <a:gd name="adj" fmla="val 0"/>
            </a:avLst>
          </a:prstGeom>
          <a:solidFill>
            <a:srgbClr val="2F5597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6360795" y="1134745"/>
            <a:ext cx="5299710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数据结构：只读主表 + 自建运行时表</a:t>
            </a:r>
            <a:r>
              <a:rPr lang="en-US" sz="24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endParaRPr lang="en-US" altLang="en-US" sz="24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646545" y="1955800"/>
            <a:ext cx="4794250" cy="1699895"/>
            <a:chOff x="1150" y="2800"/>
            <a:chExt cx="7550" cy="2677"/>
          </a:xfrm>
        </p:grpSpPr>
        <p:pic>
          <p:nvPicPr>
            <p:cNvPr id="2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00" y="2800"/>
              <a:ext cx="640" cy="640"/>
            </a:xfrm>
            <a:prstGeom prst="rect">
              <a:avLst/>
            </a:prstGeom>
          </p:spPr>
        </p:pic>
        <p:sp>
          <p:nvSpPr>
            <p:cNvPr id="28" name="AutoShape 7"/>
            <p:cNvSpPr/>
            <p:nvPr/>
          </p:nvSpPr>
          <p:spPr>
            <a:xfrm>
              <a:off x="2100" y="2840"/>
              <a:ext cx="6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01 只读主表 · 数据基石</a:t>
              </a:r>
              <a:endParaRPr lang="en-US" sz="2000" b="1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9" name="AutoShape 8"/>
            <p:cNvSpPr/>
            <p:nvPr/>
          </p:nvSpPr>
          <p:spPr>
            <a:xfrm>
              <a:off x="1150" y="3579"/>
              <a:ext cx="7549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0" i="0" u="none" strike="noStrike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只读主后端维护的核心业务表，作为系统数据的基础来源，确保业务数据的绝对一致性与稳定性，杜绝任何写操作带来的风险。</a:t>
              </a:r>
              <a:endPara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0" name="AutoShape 9"/>
            <p:cNvSpPr/>
            <p:nvPr/>
          </p:nvSpPr>
          <p:spPr>
            <a:xfrm>
              <a:off x="1200" y="4917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jobs 职位库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1" name="AutoShape 10"/>
            <p:cNvSpPr/>
            <p:nvPr/>
          </p:nvSpPr>
          <p:spPr>
            <a:xfrm>
              <a:off x="3100" y="4903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companies 企业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2" name="AutoShape 11"/>
            <p:cNvSpPr/>
            <p:nvPr/>
          </p:nvSpPr>
          <p:spPr>
            <a:xfrm>
              <a:off x="5000" y="4917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skills 技能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3" name="AutoShape 12"/>
            <p:cNvSpPr/>
            <p:nvPr/>
          </p:nvSpPr>
          <p:spPr>
            <a:xfrm>
              <a:off x="6900" y="4903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users 用户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678295" y="3885565"/>
            <a:ext cx="4889500" cy="1875155"/>
            <a:chOff x="10300" y="2908"/>
            <a:chExt cx="7700" cy="2953"/>
          </a:xfrm>
        </p:grpSpPr>
        <p:pic>
          <p:nvPicPr>
            <p:cNvPr id="35" name="Picture 1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300" y="2908"/>
              <a:ext cx="640" cy="640"/>
            </a:xfrm>
            <a:prstGeom prst="rect">
              <a:avLst/>
            </a:prstGeom>
          </p:spPr>
        </p:pic>
        <p:sp>
          <p:nvSpPr>
            <p:cNvPr id="36" name="AutoShape 15"/>
            <p:cNvSpPr/>
            <p:nvPr/>
          </p:nvSpPr>
          <p:spPr>
            <a:xfrm>
              <a:off x="11200" y="2948"/>
              <a:ext cx="6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02 自建运行时表 · 动态承载</a:t>
              </a:r>
              <a:endParaRPr lang="en-US" sz="2000" b="1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7" name="AutoShape 16"/>
            <p:cNvSpPr/>
            <p:nvPr/>
          </p:nvSpPr>
          <p:spPr>
            <a:xfrm>
              <a:off x="10300" y="3800"/>
              <a:ext cx="77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0" i="0" u="none" strike="noStrike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独立构建的10+张运行时数据表，承载会话、交互、执行日志等动态数据，与主业务表解耦，避免对核心业务产生干扰，保障系统灵活迭代。</a:t>
              </a:r>
              <a:endPara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8" name="AutoShape 17"/>
            <p:cNvSpPr/>
            <p:nvPr/>
          </p:nvSpPr>
          <p:spPr>
            <a:xfrm>
              <a:off x="10300" y="5246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sessions 会话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9" name="AutoShape 18"/>
            <p:cNvSpPr/>
            <p:nvPr/>
          </p:nvSpPr>
          <p:spPr>
            <a:xfrm>
              <a:off x="12200" y="5258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messages 消息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40" name="AutoShape 19"/>
            <p:cNvSpPr/>
            <p:nvPr/>
          </p:nvSpPr>
          <p:spPr>
            <a:xfrm>
              <a:off x="14100" y="5286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executions 执行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41" name="AutoShape 20"/>
            <p:cNvSpPr/>
            <p:nvPr/>
          </p:nvSpPr>
          <p:spPr>
            <a:xfrm>
              <a:off x="16000" y="5301"/>
              <a:ext cx="1800" cy="56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0B509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metrics 指标</a:t>
              </a:r>
              <a:endParaRPr lang="en-US" sz="1200" b="0" i="0" u="none" strike="noStrike">
                <a:solidFill>
                  <a:srgbClr val="0B5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678295" y="5746115"/>
            <a:ext cx="49822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17000"/>
              </a:lnSpc>
            </a:pPr>
            <a:r>
              <a:rPr lang="en-US" sz="1200" b="1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共享数据库资源，通过严格的读写分离策略，既保证了数据的实时性与一致性，又实现了业务层与运行时层的解耦，确保主系统稳定不受影响，同时赋予业务模块极高的灵活性与扩展性。</a:t>
            </a:r>
            <a:endParaRPr lang="en-US" altLang="en-US" sz="1200" b="1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570230" y="2341245"/>
            <a:ext cx="5461000" cy="4122420"/>
            <a:chOff x="898" y="2504"/>
            <a:chExt cx="8600" cy="7500"/>
          </a:xfrm>
        </p:grpSpPr>
        <p:sp>
          <p:nvSpPr>
            <p:cNvPr id="5" name="AutoShape 5"/>
            <p:cNvSpPr/>
            <p:nvPr/>
          </p:nvSpPr>
          <p:spPr>
            <a:xfrm>
              <a:off x="898" y="2504"/>
              <a:ext cx="8600" cy="3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5000"/>
              </a:srgbClr>
            </a:solidFill>
            <a:ln w="12700" cap="flat" cmpd="sng">
              <a:solidFill>
                <a:srgbClr val="3B82F6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98" y="2904"/>
              <a:ext cx="640" cy="64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2198" y="2904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E3A8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 容器化一键部署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298" y="3704"/>
              <a:ext cx="78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基于 Docker Compose 实现一站式服务编排，一键启动前端 Nginx、主后端服务、LLM 模块、MySQL、ElasticSearch 及 Neo4j 共 6 个核心容器，实现服务隔离与快速调度。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98" y="6504"/>
              <a:ext cx="8600" cy="3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5000"/>
              </a:srgbClr>
            </a:solidFill>
            <a:ln w="12700" cap="flat" cmpd="sng">
              <a:solidFill>
                <a:srgbClr val="F59E0B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8" y="6904"/>
              <a:ext cx="640" cy="64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2198" y="6904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78350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03 统一鉴权安全保障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298" y="7704"/>
              <a:ext cx="78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主后端与 LLM 模块共享 `JWT_SECRET_KEY` 密钥，实现跨服务的身份验签与权限校验，确保接口调用的安全性，有效杜绝非法访问风险。</a:t>
              </a:r>
              <a:endParaRPr lang="en-US" sz="110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379845" y="3926840"/>
            <a:ext cx="5579745" cy="2615565"/>
            <a:chOff x="10047" y="4858"/>
            <a:chExt cx="8600" cy="7500"/>
          </a:xfrm>
        </p:grpSpPr>
        <p:sp>
          <p:nvSpPr>
            <p:cNvPr id="9" name="AutoShape 9"/>
            <p:cNvSpPr/>
            <p:nvPr/>
          </p:nvSpPr>
          <p:spPr>
            <a:xfrm>
              <a:off x="10047" y="4858"/>
              <a:ext cx="8600" cy="3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5000"/>
              </a:srgbClr>
            </a:solidFill>
            <a:ln w="12700" cap="flat" cmpd="sng">
              <a:solidFill>
                <a:srgbClr val="10B981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47" y="5258"/>
              <a:ext cx="640" cy="64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11347" y="5258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64E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网关流量精准代理</a:t>
              </a:r>
              <a:endParaRPr lang="en-US" sz="1100"/>
            </a:p>
          </p:txBody>
        </p:sp>
        <p:sp>
          <p:nvSpPr>
            <p:cNvPr id="3" name="AutoShape 12"/>
            <p:cNvSpPr/>
            <p:nvPr/>
          </p:nvSpPr>
          <p:spPr>
            <a:xfrm>
              <a:off x="10447" y="6058"/>
              <a:ext cx="78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利用 Nginx 作为统一流量入口，将 `/api/agents/*` 和 `/api/v1/*` 接口路径精准转发至 LLM 模块的 8001 端口，保障业务请求的高效路由与负载均衡。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0047" y="8858"/>
              <a:ext cx="8600" cy="3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5000"/>
              </a:srgbClr>
            </a:solidFill>
            <a:ln w="12700" cap="flat" cmpd="sng">
              <a:solidFill>
                <a:srgbClr val="8B5CF6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47" y="9258"/>
              <a:ext cx="640" cy="640"/>
            </a:xfrm>
            <a:prstGeom prst="rect">
              <a:avLst/>
            </a:prstGeom>
          </p:spPr>
        </p:pic>
        <p:sp>
          <p:nvSpPr>
            <p:cNvPr id="19" name="AutoShape 19"/>
            <p:cNvSpPr/>
            <p:nvPr/>
          </p:nvSpPr>
          <p:spPr>
            <a:xfrm>
              <a:off x="11347" y="9258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C1D9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04 标准化启动依赖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447" y="10058"/>
              <a:ext cx="78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遵循严格的服务启动顺序：优先启动 MySQL 与 ES 等基础数据服务，随后启动主后端，最后加载 LLM 模块，保障服务间依赖关系的稳定性。</a:t>
              </a:r>
              <a:endParaRPr lang="en-US" sz="1100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570230" y="95123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部署与运维</a:t>
            </a:r>
            <a:endParaRPr lang="en-US" altLang="en-US" sz="3200" b="1">
              <a:solidFill>
                <a:srgbClr val="1E40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03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核心功能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960" y="188390"/>
            <a:ext cx="2124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04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真实演示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29615" y="4768850"/>
            <a:ext cx="2425700" cy="1397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defTabSz="98742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rgbClr val="40404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anose="020B0606030504020204" pitchFamily="34" charset="0"/>
              </a:defRPr>
            </a:lvl1pPr>
          </a:lstStyle>
          <a:p>
            <a:pPr algn="l"/>
            <a:r>
              <a:rPr 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自带简历直接演示：岗位推荐出匹配分 + LLM 推荐理由 → AI 顾问追问能力差距与学习路径 → 收藏与投递记录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思源黑体 CN Medium" panose="020B0600000000000000" pitchFamily="34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思源黑体 CN Medium" panose="020B06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1461770" y="3453130"/>
            <a:ext cx="879475" cy="879475"/>
          </a:xfrm>
          <a:prstGeom prst="ellipse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3806825" y="3453130"/>
            <a:ext cx="879475" cy="879475"/>
          </a:xfrm>
          <a:prstGeom prst="ellipse">
            <a:avLst/>
          </a:prstGeom>
          <a:solidFill>
            <a:schemeClr val="accent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97865" y="4460875"/>
            <a:ext cx="242125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200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Medium" panose="020B0600000000000000" pitchFamily="34" charset="-122"/>
              </a:rPr>
              <a:t>01 求职者线(13900000001)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Medium" panose="020B06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253105" y="4768850"/>
            <a:ext cx="2040255" cy="16770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defTabSz="98742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rgbClr val="40404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anose="020B0606030504020204" pitchFamily="34" charset="0"/>
              </a:defRPr>
            </a:lvl1pPr>
          </a:lstStyle>
          <a:p>
            <a:pPr algn="l"/>
            <a:r>
              <a:rPr 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注册 → 上传 Test resume.pdf → AI 解析出结构化技能 → 生成岗位推荐，完整新手旅程约 1 分钟。</a:t>
            </a:r>
            <a:endParaRPr lang="en-US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50285" y="4460240"/>
            <a:ext cx="140525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200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Medium" panose="020B0600000000000000" pitchFamily="34" charset="-122"/>
              </a:rPr>
              <a:t>02 新用户线(13900000002)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Medium" panose="020B0600000000000000" pitchFamily="34" charset="-122"/>
            </a:endParaRPr>
          </a:p>
        </p:txBody>
      </p:sp>
      <p:pic>
        <p:nvPicPr>
          <p:cNvPr id="4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495" y="3627120"/>
            <a:ext cx="454025" cy="454025"/>
          </a:xfrm>
          <a:prstGeom prst="rect">
            <a:avLst/>
          </a:prstGeom>
        </p:spPr>
      </p:pic>
      <p:pic>
        <p:nvPicPr>
          <p:cNvPr id="5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8920" y="3686175"/>
            <a:ext cx="406400" cy="406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58150" y="3905250"/>
            <a:ext cx="3303905" cy="945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8000"/>
              </a:lnSpc>
              <a:defRPr/>
            </a:pPr>
            <a:r>
              <a:rPr lang="en-US" sz="1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一键同步四库 → 新兴技能转正(先搜不到、转正后搜到) → 触发新岗位发现并现场人工修正。</a:t>
            </a:r>
            <a:endParaRPr lang="en-US" altLang="en-US" sz="13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58150" y="5330190"/>
            <a:ext cx="3303905" cy="977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8000"/>
              </a:lnSpc>
              <a:defRPr/>
            </a:pPr>
            <a:r>
              <a:rPr lang="en-US" sz="1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图谱页切换方向 / 筛选关系类型；数据大盘看技能演化趋势与经验×薪资雷达——覆盖评分表前三行的全部核心功能。</a:t>
            </a:r>
            <a:endParaRPr lang="en-US" altLang="en-US" sz="13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49514" y="3601083"/>
            <a:ext cx="267525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200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Medium" panose="020B0600000000000000" pitchFamily="34" charset="-122"/>
              </a:rPr>
              <a:t>03 管理员线(13800000000)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49514" y="5022848"/>
            <a:ext cx="292925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200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Medium" panose="020B0600000000000000" pitchFamily="34" charset="-122"/>
              </a:rPr>
              <a:t>04 图谱与数据大盘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0835" y="920115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演示路径：三条账号线串讲全流程</a:t>
            </a:r>
            <a:endParaRPr lang="en-US" altLang="en-US" sz="2000" b="1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60" y="188390"/>
            <a:ext cx="2392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04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赛题对照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1361516" y="2026280"/>
            <a:ext cx="9087087" cy="0"/>
          </a:xfrm>
          <a:prstGeom prst="line">
            <a:avLst/>
          </a:prstGeom>
          <a:ln w="6350">
            <a:solidFill>
              <a:schemeClr val="tx2">
                <a:lumMod val="50000"/>
                <a:lumOff val="5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78790" y="4083685"/>
            <a:ext cx="1983105" cy="19335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赛题四大核心功能逐条落地,右侧/演示视频逐条对应证据；三项指标 91.9% / 96.0% / 90.8% 见 P12 评测页。创新性依据(交叉验证实证 8.1% 噪声 + 六道防线)见防线页；可验证性(100 条 JD 测试用例)随作品《测试文档》一并提交。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78790" y="3511550"/>
            <a:ext cx="1983105" cy="5378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对照说明</a:t>
            </a:r>
            <a:endParaRPr lang="zh-CN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任意多边形: 形状 36"/>
          <p:cNvSpPr/>
          <p:nvPr>
            <p:custDataLst>
              <p:tags r:id="rId4"/>
            </p:custDataLst>
          </p:nvPr>
        </p:nvSpPr>
        <p:spPr>
          <a:xfrm>
            <a:off x="72152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任意多边形: 形状 38"/>
          <p:cNvSpPr/>
          <p:nvPr>
            <p:custDataLst>
              <p:tags r:id="rId5"/>
            </p:custDataLst>
          </p:nvPr>
        </p:nvSpPr>
        <p:spPr>
          <a:xfrm>
            <a:off x="91297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2777490" y="4117975"/>
            <a:ext cx="1983105" cy="19196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① 新岗位发现与定义：两步 LLM 六步流水线,五要素岗位定义 + 人工优化与动态更新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任意多边形: 形状 36"/>
          <p:cNvSpPr/>
          <p:nvPr>
            <p:custDataLst>
              <p:tags r:id="rId7"/>
            </p:custDataLst>
          </p:nvPr>
        </p:nvSpPr>
        <p:spPr>
          <a:xfrm>
            <a:off x="302030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chemeClr val="accent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任意多边形: 形状 38"/>
          <p:cNvSpPr/>
          <p:nvPr>
            <p:custDataLst>
              <p:tags r:id="rId8"/>
            </p:custDataLst>
          </p:nvPr>
        </p:nvSpPr>
        <p:spPr>
          <a:xfrm>
            <a:off x="321175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rgbClr val="15A5F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2777570" y="3432762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① 新岗位发现与定义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5076190" y="4117975"/>
            <a:ext cx="1983105" cy="19221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② 既有岗位能力动态更新：技能演化视图 + 转正两级回溯,新增/修改/删除能力项标注、数据源可溯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任意多边形: 形状 36"/>
          <p:cNvSpPr/>
          <p:nvPr>
            <p:custDataLst>
              <p:tags r:id="rId11"/>
            </p:custDataLst>
          </p:nvPr>
        </p:nvSpPr>
        <p:spPr>
          <a:xfrm>
            <a:off x="531908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任意多边形: 形状 38"/>
          <p:cNvSpPr/>
          <p:nvPr>
            <p:custDataLst>
              <p:tags r:id="rId12"/>
            </p:custDataLst>
          </p:nvPr>
        </p:nvSpPr>
        <p:spPr>
          <a:xfrm>
            <a:off x="551053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5076350" y="3432762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② 能力动态更新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矩形 21"/>
          <p:cNvSpPr/>
          <p:nvPr>
            <p:custDataLst>
              <p:tags r:id="rId14"/>
            </p:custDataLst>
          </p:nvPr>
        </p:nvSpPr>
        <p:spPr>
          <a:xfrm>
            <a:off x="7374890" y="4117975"/>
            <a:ext cx="1983105" cy="21215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按技术栈切换方向 + 按关系类型筛选视图 + 经验×薪资雷达级别视角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矩形 22"/>
          <p:cNvSpPr/>
          <p:nvPr>
            <p:custDataLst>
              <p:tags r:id="rId15"/>
            </p:custDataLst>
          </p:nvPr>
        </p:nvSpPr>
        <p:spPr>
          <a:xfrm>
            <a:off x="7375130" y="3432762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③ 全景图谱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8" name="任意多边形: 形状 36"/>
          <p:cNvSpPr/>
          <p:nvPr>
            <p:custDataLst>
              <p:tags r:id="rId16"/>
            </p:custDataLst>
          </p:nvPr>
        </p:nvSpPr>
        <p:spPr>
          <a:xfrm>
            <a:off x="761786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chemeClr val="accent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任意多边形: 形状 38"/>
          <p:cNvSpPr/>
          <p:nvPr>
            <p:custDataLst>
              <p:tags r:id="rId17"/>
            </p:custDataLst>
          </p:nvPr>
        </p:nvSpPr>
        <p:spPr>
          <a:xfrm>
            <a:off x="780931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>
            <a:outerShdw blurRad="50800" dist="63500" dir="8100000" algn="tr" rotWithShape="0">
              <a:srgbClr val="15A5F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9674225" y="4083685"/>
            <a:ext cx="1983105" cy="195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④ 匹配诊断与差距分析：简历解析 96.0% + 三段式推荐(P@5 90.8%) + 差距分析与学习路径规划</a:t>
            </a:r>
            <a:endParaRPr lang="en-US" altLang="en-US" sz="1400" kern="0" dirty="0">
              <a:ln>
                <a:noFill/>
                <a:prstDash val="sysDot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5" name="矩形 24"/>
          <p:cNvSpPr/>
          <p:nvPr>
            <p:custDataLst>
              <p:tags r:id="rId19"/>
            </p:custDataLst>
          </p:nvPr>
        </p:nvSpPr>
        <p:spPr>
          <a:xfrm>
            <a:off x="9673910" y="3398574"/>
            <a:ext cx="1982886" cy="65093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>
                <a:solidFill>
                  <a:srgbClr val="27ACFE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④ 匹配与差距分析</a:t>
            </a:r>
            <a:endParaRPr lang="en-US" altLang="en-US" sz="2000" b="1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任意多边形: 形状 36"/>
          <p:cNvSpPr/>
          <p:nvPr>
            <p:custDataLst>
              <p:tags r:id="rId20"/>
            </p:custDataLst>
          </p:nvPr>
        </p:nvSpPr>
        <p:spPr>
          <a:xfrm>
            <a:off x="9916642" y="1672096"/>
            <a:ext cx="408885" cy="352817"/>
          </a:xfrm>
          <a:custGeom>
            <a:avLst/>
            <a:gdLst>
              <a:gd name="connsiteX0" fmla="*/ 205979 w 411958"/>
              <a:gd name="connsiteY0" fmla="*/ 0 h 346834"/>
              <a:gd name="connsiteX1" fmla="*/ 411958 w 411958"/>
              <a:gd name="connsiteY1" fmla="*/ 296466 h 346834"/>
              <a:gd name="connsiteX2" fmla="*/ 408430 w 411958"/>
              <a:gd name="connsiteY2" fmla="*/ 346834 h 346834"/>
              <a:gd name="connsiteX3" fmla="*/ 3528 w 411958"/>
              <a:gd name="connsiteY3" fmla="*/ 346834 h 346834"/>
              <a:gd name="connsiteX4" fmla="*/ 0 w 411958"/>
              <a:gd name="connsiteY4" fmla="*/ 296466 h 346834"/>
              <a:gd name="connsiteX5" fmla="*/ 205979 w 411958"/>
              <a:gd name="connsiteY5" fmla="*/ 0 h 34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958" h="346834">
                <a:moveTo>
                  <a:pt x="205979" y="0"/>
                </a:moveTo>
                <a:cubicBezTo>
                  <a:pt x="319738" y="0"/>
                  <a:pt x="411958" y="132732"/>
                  <a:pt x="411958" y="296466"/>
                </a:cubicBezTo>
                <a:lnTo>
                  <a:pt x="408430" y="346834"/>
                </a:lnTo>
                <a:lnTo>
                  <a:pt x="3528" y="346834"/>
                </a:lnTo>
                <a:lnTo>
                  <a:pt x="0" y="296466"/>
                </a:lnTo>
                <a:cubicBezTo>
                  <a:pt x="0" y="132732"/>
                  <a:pt x="92220" y="0"/>
                  <a:pt x="2059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任意多边形: 形状 38"/>
          <p:cNvSpPr/>
          <p:nvPr>
            <p:custDataLst>
              <p:tags r:id="rId21"/>
            </p:custDataLst>
          </p:nvPr>
        </p:nvSpPr>
        <p:spPr>
          <a:xfrm>
            <a:off x="10108093" y="1671412"/>
            <a:ext cx="1305970" cy="1705282"/>
          </a:xfrm>
          <a:custGeom>
            <a:avLst/>
            <a:gdLst>
              <a:gd name="connsiteX0" fmla="*/ 38 w 4644"/>
              <a:gd name="connsiteY0" fmla="*/ 0 h 6065"/>
              <a:gd name="connsiteX1" fmla="*/ 736 w 4644"/>
              <a:gd name="connsiteY1" fmla="*/ 0 h 6065"/>
              <a:gd name="connsiteX2" fmla="*/ 2985 w 4644"/>
              <a:gd name="connsiteY2" fmla="*/ 0 h 6065"/>
              <a:gd name="connsiteX3" fmla="*/ 2996 w 4644"/>
              <a:gd name="connsiteY3" fmla="*/ 0 h 6065"/>
              <a:gd name="connsiteX4" fmla="*/ 3001 w 4644"/>
              <a:gd name="connsiteY4" fmla="*/ 0 h 6065"/>
              <a:gd name="connsiteX5" fmla="*/ 3001 w 4644"/>
              <a:gd name="connsiteY5" fmla="*/ 0 h 6065"/>
              <a:gd name="connsiteX6" fmla="*/ 3208 w 4644"/>
              <a:gd name="connsiteY6" fmla="*/ 21 h 6065"/>
              <a:gd name="connsiteX7" fmla="*/ 4048 w 4644"/>
              <a:gd name="connsiteY7" fmla="*/ 1052 h 6065"/>
              <a:gd name="connsiteX8" fmla="*/ 4002 w 4644"/>
              <a:gd name="connsiteY8" fmla="*/ 1348 h 6065"/>
              <a:gd name="connsiteX9" fmla="*/ 4002 w 4644"/>
              <a:gd name="connsiteY9" fmla="*/ 1348 h 6065"/>
              <a:gd name="connsiteX10" fmla="*/ 4048 w 4644"/>
              <a:gd name="connsiteY10" fmla="*/ 1052 h 6065"/>
              <a:gd name="connsiteX11" fmla="*/ 4048 w 4644"/>
              <a:gd name="connsiteY11" fmla="*/ 1446 h 6065"/>
              <a:gd name="connsiteX12" fmla="*/ 4050 w 4644"/>
              <a:gd name="connsiteY12" fmla="*/ 1451 h 6065"/>
              <a:gd name="connsiteX13" fmla="*/ 4050 w 4644"/>
              <a:gd name="connsiteY13" fmla="*/ 3364 h 6065"/>
              <a:gd name="connsiteX14" fmla="*/ 4187 w 4644"/>
              <a:gd name="connsiteY14" fmla="*/ 3501 h 6065"/>
              <a:gd name="connsiteX15" fmla="*/ 4508 w 4644"/>
              <a:gd name="connsiteY15" fmla="*/ 3501 h 6065"/>
              <a:gd name="connsiteX16" fmla="*/ 4634 w 4644"/>
              <a:gd name="connsiteY16" fmla="*/ 3583 h 6065"/>
              <a:gd name="connsiteX17" fmla="*/ 4609 w 4644"/>
              <a:gd name="connsiteY17" fmla="*/ 3732 h 6065"/>
              <a:gd name="connsiteX18" fmla="*/ 2499 w 4644"/>
              <a:gd name="connsiteY18" fmla="*/ 6022 h 6065"/>
              <a:gd name="connsiteX19" fmla="*/ 2396 w 4644"/>
              <a:gd name="connsiteY19" fmla="*/ 6065 h 6065"/>
              <a:gd name="connsiteX20" fmla="*/ 2294 w 4644"/>
              <a:gd name="connsiteY20" fmla="*/ 6022 h 6065"/>
              <a:gd name="connsiteX21" fmla="*/ 184 w 4644"/>
              <a:gd name="connsiteY21" fmla="*/ 3732 h 6065"/>
              <a:gd name="connsiteX22" fmla="*/ 159 w 4644"/>
              <a:gd name="connsiteY22" fmla="*/ 3583 h 6065"/>
              <a:gd name="connsiteX23" fmla="*/ 284 w 4644"/>
              <a:gd name="connsiteY23" fmla="*/ 3501 h 6065"/>
              <a:gd name="connsiteX24" fmla="*/ 606 w 4644"/>
              <a:gd name="connsiteY24" fmla="*/ 3501 h 6065"/>
              <a:gd name="connsiteX25" fmla="*/ 743 w 4644"/>
              <a:gd name="connsiteY25" fmla="*/ 3364 h 6065"/>
              <a:gd name="connsiteX26" fmla="*/ 732 w 4644"/>
              <a:gd name="connsiteY26" fmla="*/ 1264 h 6065"/>
              <a:gd name="connsiteX27" fmla="*/ 38 w 4644"/>
              <a:gd name="connsiteY27" fmla="*/ 0 h 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44" h="6065">
                <a:moveTo>
                  <a:pt x="38" y="0"/>
                </a:moveTo>
                <a:cubicBezTo>
                  <a:pt x="-167" y="-1"/>
                  <a:pt x="503" y="0"/>
                  <a:pt x="736" y="0"/>
                </a:cubicBezTo>
                <a:lnTo>
                  <a:pt x="2985" y="0"/>
                </a:lnTo>
                <a:lnTo>
                  <a:pt x="2996" y="0"/>
                </a:lnTo>
                <a:lnTo>
                  <a:pt x="3001" y="0"/>
                </a:lnTo>
                <a:lnTo>
                  <a:pt x="3001" y="0"/>
                </a:lnTo>
                <a:lnTo>
                  <a:pt x="3208" y="21"/>
                </a:lnTo>
                <a:cubicBezTo>
                  <a:pt x="3687" y="119"/>
                  <a:pt x="4048" y="543"/>
                  <a:pt x="4048" y="1052"/>
                </a:cubicBezTo>
                <a:lnTo>
                  <a:pt x="4002" y="1348"/>
                </a:lnTo>
                <a:lnTo>
                  <a:pt x="4002" y="1348"/>
                </a:lnTo>
                <a:lnTo>
                  <a:pt x="4048" y="1052"/>
                </a:lnTo>
                <a:lnTo>
                  <a:pt x="4048" y="1446"/>
                </a:lnTo>
                <a:lnTo>
                  <a:pt x="4050" y="1451"/>
                </a:lnTo>
                <a:cubicBezTo>
                  <a:pt x="4050" y="1531"/>
                  <a:pt x="4050" y="3285"/>
                  <a:pt x="4050" y="3364"/>
                </a:cubicBezTo>
                <a:cubicBezTo>
                  <a:pt x="4050" y="3446"/>
                  <a:pt x="4107" y="3501"/>
                  <a:pt x="4187" y="3501"/>
                </a:cubicBezTo>
                <a:lnTo>
                  <a:pt x="4508" y="3501"/>
                </a:lnTo>
                <a:cubicBezTo>
                  <a:pt x="4559" y="3501"/>
                  <a:pt x="4613" y="3538"/>
                  <a:pt x="4634" y="3583"/>
                </a:cubicBezTo>
                <a:cubicBezTo>
                  <a:pt x="4654" y="3631"/>
                  <a:pt x="4643" y="3695"/>
                  <a:pt x="4609" y="3732"/>
                </a:cubicBezTo>
                <a:lnTo>
                  <a:pt x="2499" y="6022"/>
                </a:lnTo>
                <a:cubicBezTo>
                  <a:pt x="2472" y="6049"/>
                  <a:pt x="2435" y="6065"/>
                  <a:pt x="2396" y="6065"/>
                </a:cubicBezTo>
                <a:cubicBezTo>
                  <a:pt x="2358" y="6065"/>
                  <a:pt x="2321" y="6049"/>
                  <a:pt x="2294" y="6022"/>
                </a:cubicBezTo>
                <a:lnTo>
                  <a:pt x="184" y="3732"/>
                </a:lnTo>
                <a:cubicBezTo>
                  <a:pt x="150" y="3695"/>
                  <a:pt x="138" y="3631"/>
                  <a:pt x="159" y="3583"/>
                </a:cubicBezTo>
                <a:cubicBezTo>
                  <a:pt x="179" y="3538"/>
                  <a:pt x="234" y="3501"/>
                  <a:pt x="284" y="3501"/>
                </a:cubicBezTo>
                <a:lnTo>
                  <a:pt x="606" y="3501"/>
                </a:lnTo>
                <a:cubicBezTo>
                  <a:pt x="686" y="3501"/>
                  <a:pt x="743" y="3446"/>
                  <a:pt x="743" y="3364"/>
                </a:cubicBezTo>
                <a:cubicBezTo>
                  <a:pt x="748" y="3272"/>
                  <a:pt x="738" y="2373"/>
                  <a:pt x="732" y="1264"/>
                </a:cubicBezTo>
                <a:cubicBezTo>
                  <a:pt x="726" y="155"/>
                  <a:pt x="243" y="1"/>
                  <a:pt x="38" y="0"/>
                </a:cubicBezTo>
                <a:close/>
              </a:path>
            </a:pathLst>
          </a:custGeom>
          <a:gradFill flip="none" rotWithShape="1"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  <a:ln>
            <a:noFill/>
          </a:ln>
          <a:effectLst>
            <a:outerShdw blurRad="50800" dist="635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79705" tIns="71755" rIns="107950" bIns="28829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05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940" y="188390"/>
            <a:ext cx="31915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05 作品交付与验证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cxnSp>
        <p:nvCxnSpPr>
          <p:cNvPr id="3" name="连接符: 肘形 2"/>
          <p:cNvCxnSpPr/>
          <p:nvPr/>
        </p:nvCxnSpPr>
        <p:spPr>
          <a:xfrm>
            <a:off x="854648" y="2722992"/>
            <a:ext cx="5014451" cy="2433310"/>
          </a:xfrm>
          <a:prstGeom prst="bentConnector3">
            <a:avLst>
              <a:gd name="adj1" fmla="val 67647"/>
            </a:avLst>
          </a:prstGeom>
          <a:ln w="41275">
            <a:solidFill>
              <a:srgbClr val="203864"/>
            </a:solidFill>
            <a:headEnd type="oval" w="lg" len="lg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连接符: 肘形 4"/>
          <p:cNvCxnSpPr/>
          <p:nvPr/>
        </p:nvCxnSpPr>
        <p:spPr>
          <a:xfrm rot="10800000" flipV="1">
            <a:off x="5869099" y="2722992"/>
            <a:ext cx="5619136" cy="2433310"/>
          </a:xfrm>
          <a:prstGeom prst="bentConnector3">
            <a:avLst>
              <a:gd name="adj1" fmla="val 61286"/>
            </a:avLst>
          </a:prstGeom>
          <a:ln w="41275">
            <a:solidFill>
              <a:srgbClr val="203864"/>
            </a:solidFill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1995654" y="2282377"/>
            <a:ext cx="876228" cy="876228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702416" y="4720689"/>
            <a:ext cx="876228" cy="876228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9404260" y="2282377"/>
            <a:ext cx="876228" cy="8762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99382" y="2447337"/>
            <a:ext cx="668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汉仪大黑简" panose="02010600000101010101" charset="-122"/>
                <a:ea typeface="汉仪大黑简" panose="02010600000101010101" charset="-122"/>
                <a:cs typeface="汉仪君黑-45简" panose="020B0604020202020204" charset="-122"/>
                <a:sym typeface="汉仪大黑简" panose="02010600000101010101" charset="-122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汉仪大黑简" panose="02010600000101010101" charset="-122"/>
              <a:ea typeface="汉仪大黑简" panose="02010600000101010101" charset="-122"/>
              <a:cs typeface="汉仪君黑-45简" panose="020B0604020202020204" charset="-122"/>
              <a:sym typeface="汉仪大黑简" panose="0201060000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791395" y="4878662"/>
            <a:ext cx="668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汉仪大黑简" panose="02010600000101010101" charset="-122"/>
                <a:ea typeface="汉仪大黑简" panose="02010600000101010101" charset="-122"/>
                <a:cs typeface="汉仪君黑-45简" panose="020B0604020202020204" charset="-122"/>
                <a:sym typeface="汉仪大黑简" panose="02010600000101010101" charset="-122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汉仪大黑简" panose="02010600000101010101" charset="-122"/>
              <a:ea typeface="汉仪大黑简" panose="02010600000101010101" charset="-122"/>
              <a:cs typeface="汉仪君黑-45简" panose="020B0604020202020204" charset="-122"/>
              <a:sym typeface="汉仪大黑简" panose="0201060000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507987" y="2435010"/>
            <a:ext cx="668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汉仪大黑简" panose="02010600000101010101" charset="-122"/>
                <a:ea typeface="汉仪大黑简" panose="02010600000101010101" charset="-122"/>
                <a:cs typeface="汉仪君黑-45简" panose="020B0604020202020204" charset="-122"/>
                <a:sym typeface="汉仪大黑简" panose="02010600000101010101" charset="-122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汉仪大黑简" panose="02010600000101010101" charset="-122"/>
              <a:ea typeface="汉仪大黑简" panose="02010600000101010101" charset="-122"/>
              <a:cs typeface="汉仪君黑-45简" panose="020B0604020202020204" charset="-122"/>
              <a:sym typeface="汉仪大黑简" panose="02010600000101010101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9267478" y="2142252"/>
            <a:ext cx="1144128" cy="1144128"/>
          </a:xfrm>
          <a:prstGeom prst="ellipse">
            <a:avLst/>
          </a:prstGeom>
          <a:noFill/>
          <a:ln w="28575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563290" y="4577702"/>
            <a:ext cx="1144128" cy="1144128"/>
          </a:xfrm>
          <a:prstGeom prst="ellipse">
            <a:avLst/>
          </a:prstGeom>
          <a:noFill/>
          <a:ln w="28575">
            <a:solidFill>
              <a:srgbClr val="2F559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858343" y="2152912"/>
            <a:ext cx="1144128" cy="1144128"/>
          </a:xfrm>
          <a:prstGeom prst="ellipse">
            <a:avLst/>
          </a:prstGeom>
          <a:noFill/>
          <a:ln w="28575">
            <a:solidFill>
              <a:srgbClr val="20386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君黑-45简" panose="020B0604020202020204" charset="-122"/>
              <a:cs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12" name="文本框 22"/>
          <p:cNvSpPr txBox="1"/>
          <p:nvPr/>
        </p:nvSpPr>
        <p:spPr>
          <a:xfrm flipH="1">
            <a:off x="1139190" y="3496945"/>
            <a:ext cx="2720340" cy="130111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noAutofit/>
          </a:bodyPr>
          <a:lstStyle/>
          <a:p>
            <a:pPr marL="0" indent="0" algn="l">
              <a:lnSpc>
                <a:spcPct val="108000"/>
              </a:lnSpc>
            </a:pPr>
            <a:r>
              <a:rPr lang="en-US" sz="1400">
                <a:solidFill>
                  <a:srgbClr val="55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包含作品设计实现方案(项目介绍文档)、本演示 PPT</a:t>
            </a:r>
            <a:r>
              <a:rPr lang="zh-CN" altLang="en-US" sz="1400">
                <a:solidFill>
                  <a:srgbClr val="55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555F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400"/>
          </a:p>
          <a:p>
            <a:pPr marL="0" indent="0" algn="l">
              <a:lnSpc>
                <a:spcPct val="108000"/>
              </a:lnSpc>
              <a:defRPr/>
            </a:pPr>
            <a:endParaRPr 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8" name="AutoShape 17"/>
          <p:cNvSpPr/>
          <p:nvPr/>
        </p:nvSpPr>
        <p:spPr>
          <a:xfrm>
            <a:off x="4803775" y="3286125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400">
              <a:solidFill>
                <a:srgbClr val="2F5597"/>
              </a:solidFill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400">
                <a:solidFill>
                  <a:srgbClr val="55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提供私有仓库源代码(开放评审权限)与 Docker 六容器一键部署(附部署运行指南)：解压后两步初始化即可运行完整系统。</a:t>
            </a:r>
            <a:endParaRPr lang="en-US" sz="1400" b="0" i="0" u="none" strike="noStrike">
              <a:solidFill>
                <a:srgbClr val="555F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400"/>
          </a:p>
          <a:p>
            <a:pPr marL="0" indent="0" algn="l">
              <a:lnSpc>
                <a:spcPct val="108000"/>
              </a:lnSpc>
              <a:defRPr/>
            </a:pPr>
            <a:endParaRPr 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6475" y="1594485"/>
            <a:ext cx="406400" cy="406400"/>
          </a:xfrm>
          <a:prstGeom prst="rect">
            <a:avLst/>
          </a:prstGeom>
        </p:spPr>
      </p:pic>
      <p:sp>
        <p:nvSpPr>
          <p:cNvPr id="41" name="AutoShape 27"/>
          <p:cNvSpPr/>
          <p:nvPr/>
        </p:nvSpPr>
        <p:spPr>
          <a:xfrm>
            <a:off x="8618220" y="395986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555F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1 个新增岗位与 1 个既有岗位的能力图谱；配套《测试文档》与 100 条 JD 测试用例，三项核心指标均可量化验证。</a:t>
            </a:r>
            <a:endParaRPr lang="en-US" sz="1400" b="0" i="0" u="none" strike="noStrike">
              <a:solidFill>
                <a:srgbClr val="555F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400" b="0" i="0" u="none" strike="noStrike">
              <a:solidFill>
                <a:srgbClr val="27ACFE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4" name="Picture 21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38820" y="1653540"/>
            <a:ext cx="406400" cy="406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4075" y="1565275"/>
            <a:ext cx="3748405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2E44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2400" b="1">
                <a:solidFill>
                  <a:srgbClr val="2E44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材料文档：成果全景呈现</a:t>
            </a:r>
            <a:endParaRPr lang="zh-CN" altLang="en-US" sz="2400" b="1">
              <a:solidFill>
                <a:srgbClr val="2E44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02480" y="5759450"/>
            <a:ext cx="3736340" cy="350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软件模块：规范开发交付</a:t>
            </a:r>
            <a:endParaRPr lang="zh-CN" altLang="en-US" sz="2400" b="1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52410" y="1565275"/>
            <a:ext cx="3636010" cy="434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rgbClr val="5B9B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测试数据：真实场景验证</a:t>
            </a:r>
            <a:endParaRPr lang="zh-CN" altLang="en-US" sz="2400" b="1">
              <a:solidFill>
                <a:srgbClr val="5B9B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940" y="188390"/>
            <a:ext cx="31915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05 作品交付与验证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sp>
        <p:nvSpPr>
          <p:cNvPr id="8" name="任意多边形: 形状 184"/>
          <p:cNvSpPr/>
          <p:nvPr>
            <p:custDataLst>
              <p:tags r:id="rId1"/>
            </p:custDataLst>
          </p:nvPr>
        </p:nvSpPr>
        <p:spPr>
          <a:xfrm>
            <a:off x="705803" y="2780348"/>
            <a:ext cx="10812780" cy="2778125"/>
          </a:xfrm>
          <a:custGeom>
            <a:avLst/>
            <a:gdLst>
              <a:gd name="connsiteX0" fmla="*/ 0 w 17028"/>
              <a:gd name="connsiteY0" fmla="*/ 0 h 4375"/>
              <a:gd name="connsiteX1" fmla="*/ 15934 w 17028"/>
              <a:gd name="connsiteY1" fmla="*/ 0 h 4375"/>
              <a:gd name="connsiteX2" fmla="*/ 17028 w 17028"/>
              <a:gd name="connsiteY2" fmla="*/ 1094 h 4375"/>
              <a:gd name="connsiteX3" fmla="*/ 17028 w 17028"/>
              <a:gd name="connsiteY3" fmla="*/ 1094 h 4375"/>
              <a:gd name="connsiteX4" fmla="*/ 15934 w 17028"/>
              <a:gd name="connsiteY4" fmla="*/ 2187 h 4375"/>
              <a:gd name="connsiteX5" fmla="*/ 1094 w 17028"/>
              <a:gd name="connsiteY5" fmla="*/ 2187 h 4375"/>
              <a:gd name="connsiteX6" fmla="*/ 0 w 17028"/>
              <a:gd name="connsiteY6" fmla="*/ 3281 h 4375"/>
              <a:gd name="connsiteX7" fmla="*/ 0 w 17028"/>
              <a:gd name="connsiteY7" fmla="*/ 3281 h 4375"/>
              <a:gd name="connsiteX8" fmla="*/ 1094 w 17028"/>
              <a:gd name="connsiteY8" fmla="*/ 4375 h 4375"/>
              <a:gd name="connsiteX9" fmla="*/ 16972 w 17028"/>
              <a:gd name="connsiteY9" fmla="*/ 4375 h 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28" h="4375">
                <a:moveTo>
                  <a:pt x="0" y="0"/>
                </a:moveTo>
                <a:lnTo>
                  <a:pt x="15934" y="0"/>
                </a:lnTo>
                <a:cubicBezTo>
                  <a:pt x="16538" y="0"/>
                  <a:pt x="17028" y="490"/>
                  <a:pt x="17028" y="1094"/>
                </a:cubicBezTo>
                <a:lnTo>
                  <a:pt x="17028" y="1094"/>
                </a:lnTo>
                <a:cubicBezTo>
                  <a:pt x="17028" y="1698"/>
                  <a:pt x="16538" y="2187"/>
                  <a:pt x="15934" y="2187"/>
                </a:cubicBezTo>
                <a:lnTo>
                  <a:pt x="1094" y="2187"/>
                </a:lnTo>
                <a:cubicBezTo>
                  <a:pt x="490" y="2187"/>
                  <a:pt x="0" y="2677"/>
                  <a:pt x="0" y="3281"/>
                </a:cubicBezTo>
                <a:lnTo>
                  <a:pt x="0" y="3281"/>
                </a:lnTo>
                <a:cubicBezTo>
                  <a:pt x="0" y="3885"/>
                  <a:pt x="490" y="4375"/>
                  <a:pt x="1094" y="4375"/>
                </a:cubicBezTo>
                <a:lnTo>
                  <a:pt x="16972" y="4375"/>
                </a:lnTo>
              </a:path>
            </a:pathLst>
          </a:custGeom>
          <a:noFill/>
          <a:ln w="101600" cap="rnd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88000">
                  <a:schemeClr val="accent1">
                    <a:alpha val="100000"/>
                  </a:schemeClr>
                </a:gs>
              </a:gsLst>
              <a:lin ang="618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任意多边形: 形状 185"/>
          <p:cNvSpPr/>
          <p:nvPr>
            <p:custDataLst>
              <p:tags r:id="rId2"/>
            </p:custDataLst>
          </p:nvPr>
        </p:nvSpPr>
        <p:spPr>
          <a:xfrm>
            <a:off x="11323638" y="5376228"/>
            <a:ext cx="254107" cy="363413"/>
          </a:xfrm>
          <a:custGeom>
            <a:avLst/>
            <a:gdLst>
              <a:gd name="connsiteX0" fmla="*/ 245592 w 254107"/>
              <a:gd name="connsiteY0" fmla="*/ 164547 h 363413"/>
              <a:gd name="connsiteX1" fmla="*/ 34671 w 254107"/>
              <a:gd name="connsiteY1" fmla="*/ 4450 h 363413"/>
              <a:gd name="connsiteX2" fmla="*/ 0 w 254107"/>
              <a:gd name="connsiteY2" fmla="*/ 21672 h 363413"/>
              <a:gd name="connsiteX3" fmla="*/ 0 w 254107"/>
              <a:gd name="connsiteY3" fmla="*/ 341788 h 363413"/>
              <a:gd name="connsiteX4" fmla="*/ 34671 w 254107"/>
              <a:gd name="connsiteY4" fmla="*/ 359009 h 363413"/>
              <a:gd name="connsiteX5" fmla="*/ 245592 w 254107"/>
              <a:gd name="connsiteY5" fmla="*/ 198913 h 363413"/>
              <a:gd name="connsiteX6" fmla="*/ 245592 w 254107"/>
              <a:gd name="connsiteY6" fmla="*/ 164547 h 36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107" h="363413">
                <a:moveTo>
                  <a:pt x="245592" y="164547"/>
                </a:moveTo>
                <a:lnTo>
                  <a:pt x="34671" y="4450"/>
                </a:lnTo>
                <a:cubicBezTo>
                  <a:pt x="20422" y="-6370"/>
                  <a:pt x="0" y="3765"/>
                  <a:pt x="0" y="21672"/>
                </a:cubicBezTo>
                <a:lnTo>
                  <a:pt x="0" y="341788"/>
                </a:lnTo>
                <a:cubicBezTo>
                  <a:pt x="0" y="359619"/>
                  <a:pt x="20422" y="369753"/>
                  <a:pt x="34671" y="359009"/>
                </a:cubicBezTo>
                <a:lnTo>
                  <a:pt x="245592" y="198913"/>
                </a:lnTo>
                <a:cubicBezTo>
                  <a:pt x="256946" y="190302"/>
                  <a:pt x="256946" y="173234"/>
                  <a:pt x="245592" y="164547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4" name="任意多边形: 形状 253"/>
          <p:cNvSpPr/>
          <p:nvPr>
            <p:custDataLst>
              <p:tags r:id="rId3"/>
            </p:custDataLst>
          </p:nvPr>
        </p:nvSpPr>
        <p:spPr>
          <a:xfrm>
            <a:off x="614363" y="2635568"/>
            <a:ext cx="289255" cy="289255"/>
          </a:xfrm>
          <a:custGeom>
            <a:avLst/>
            <a:gdLst>
              <a:gd name="connsiteX0" fmla="*/ 289255 w 289255"/>
              <a:gd name="connsiteY0" fmla="*/ 144628 h 289255"/>
              <a:gd name="connsiteX1" fmla="*/ 144628 w 289255"/>
              <a:gd name="connsiteY1" fmla="*/ 289255 h 289255"/>
              <a:gd name="connsiteX2" fmla="*/ 0 w 289255"/>
              <a:gd name="connsiteY2" fmla="*/ 144628 h 289255"/>
              <a:gd name="connsiteX3" fmla="*/ 144628 w 289255"/>
              <a:gd name="connsiteY3" fmla="*/ 0 h 289255"/>
              <a:gd name="connsiteX4" fmla="*/ 289255 w 289255"/>
              <a:gd name="connsiteY4" fmla="*/ 144628 h 28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255" h="289255">
                <a:moveTo>
                  <a:pt x="289255" y="144628"/>
                </a:moveTo>
                <a:cubicBezTo>
                  <a:pt x="289255" y="224503"/>
                  <a:pt x="224503" y="289255"/>
                  <a:pt x="144628" y="289255"/>
                </a:cubicBezTo>
                <a:cubicBezTo>
                  <a:pt x="64752" y="289255"/>
                  <a:pt x="0" y="224503"/>
                  <a:pt x="0" y="144628"/>
                </a:cubicBezTo>
                <a:cubicBezTo>
                  <a:pt x="0" y="64752"/>
                  <a:pt x="64752" y="0"/>
                  <a:pt x="144628" y="0"/>
                </a:cubicBezTo>
                <a:cubicBezTo>
                  <a:pt x="224503" y="0"/>
                  <a:pt x="289255" y="64752"/>
                  <a:pt x="289255" y="14462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89" name="任意多边形: 形状 189"/>
          <p:cNvSpPr/>
          <p:nvPr>
            <p:custDataLst>
              <p:tags r:id="rId4"/>
            </p:custDataLst>
          </p:nvPr>
        </p:nvSpPr>
        <p:spPr>
          <a:xfrm>
            <a:off x="116046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1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1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任意多边形: 形状 189"/>
          <p:cNvSpPr/>
          <p:nvPr>
            <p:custDataLst>
              <p:tags r:id="rId5"/>
            </p:custDataLst>
          </p:nvPr>
        </p:nvSpPr>
        <p:spPr>
          <a:xfrm>
            <a:off x="116300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64" name="组合 63"/>
          <p:cNvGrpSpPr/>
          <p:nvPr>
            <p:custDataLst>
              <p:tags r:id="rId6"/>
            </p:custDataLst>
          </p:nvPr>
        </p:nvGrpSpPr>
        <p:grpSpPr>
          <a:xfrm>
            <a:off x="1308735" y="1924050"/>
            <a:ext cx="2032000" cy="1187450"/>
            <a:chOff x="2061" y="3030"/>
            <a:chExt cx="3200" cy="1870"/>
          </a:xfrm>
        </p:grpSpPr>
        <p:sp>
          <p:nvSpPr>
            <p:cNvPr id="91" name="文本框 90"/>
            <p:cNvSpPr txBox="1"/>
            <p:nvPr>
              <p:custDataLst>
                <p:tags r:id="rId7"/>
              </p:custDataLst>
            </p:nvPr>
          </p:nvSpPr>
          <p:spPr>
            <a:xfrm>
              <a:off x="2083" y="3030"/>
              <a:ext cx="3178" cy="72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01 简历提取 96.0%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92" name="文本框 91"/>
            <p:cNvSpPr txBox="1"/>
            <p:nvPr>
              <p:custDataLst>
                <p:tags r:id="rId8"/>
              </p:custDataLst>
            </p:nvPr>
          </p:nvSpPr>
          <p:spPr>
            <a:xfrm>
              <a:off x="2061" y="3888"/>
              <a:ext cx="2991" cy="101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13 份真实简历人工标注、逐字段评分；技能召回 92.2%、精确率 99.2%(标注经二轮补全，逐条回原文核实)。</a:t>
              </a:r>
              <a:endParaRPr lang="en-US" sz="1200"/>
            </a:p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sp useBgFill="1">
        <p:nvSpPr>
          <p:cNvPr id="13" name="任意多边形: 形状 189"/>
          <p:cNvSpPr/>
          <p:nvPr>
            <p:custDataLst>
              <p:tags r:id="rId9"/>
            </p:custDataLst>
          </p:nvPr>
        </p:nvSpPr>
        <p:spPr>
          <a:xfrm>
            <a:off x="367633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2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2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任意多边形: 形状 189"/>
          <p:cNvSpPr/>
          <p:nvPr>
            <p:custDataLst>
              <p:tags r:id="rId10"/>
            </p:custDataLst>
          </p:nvPr>
        </p:nvSpPr>
        <p:spPr>
          <a:xfrm>
            <a:off x="367887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6" name="任意多边形: 形状 189"/>
          <p:cNvSpPr/>
          <p:nvPr>
            <p:custDataLst>
              <p:tags r:id="rId11"/>
            </p:custDataLst>
          </p:nvPr>
        </p:nvSpPr>
        <p:spPr>
          <a:xfrm>
            <a:off x="619220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1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1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任意多边形: 形状 189"/>
          <p:cNvSpPr/>
          <p:nvPr>
            <p:custDataLst>
              <p:tags r:id="rId12"/>
            </p:custDataLst>
          </p:nvPr>
        </p:nvSpPr>
        <p:spPr>
          <a:xfrm>
            <a:off x="619474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20" name="任意多边形: 形状 189"/>
          <p:cNvSpPr/>
          <p:nvPr>
            <p:custDataLst>
              <p:tags r:id="rId13"/>
            </p:custDataLst>
          </p:nvPr>
        </p:nvSpPr>
        <p:spPr>
          <a:xfrm>
            <a:off x="870807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2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2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任意多边形: 形状 189"/>
          <p:cNvSpPr/>
          <p:nvPr>
            <p:custDataLst>
              <p:tags r:id="rId14"/>
            </p:custDataLst>
          </p:nvPr>
        </p:nvSpPr>
        <p:spPr>
          <a:xfrm>
            <a:off x="8710613" y="1855153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36" name="任意多边形: 形状 189"/>
          <p:cNvSpPr/>
          <p:nvPr>
            <p:custDataLst>
              <p:tags r:id="rId15"/>
            </p:custDataLst>
          </p:nvPr>
        </p:nvSpPr>
        <p:spPr>
          <a:xfrm>
            <a:off x="2439353" y="462311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1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1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0" name="任意多边形: 形状 189"/>
          <p:cNvSpPr/>
          <p:nvPr>
            <p:custDataLst>
              <p:tags r:id="rId16"/>
            </p:custDataLst>
          </p:nvPr>
        </p:nvSpPr>
        <p:spPr>
          <a:xfrm>
            <a:off x="2441893" y="462311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49" name="任意多边形: 形状 189"/>
          <p:cNvSpPr/>
          <p:nvPr>
            <p:custDataLst>
              <p:tags r:id="rId17"/>
            </p:custDataLst>
          </p:nvPr>
        </p:nvSpPr>
        <p:spPr>
          <a:xfrm>
            <a:off x="4955223" y="462311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2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2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2" name="任意多边形: 形状 189"/>
          <p:cNvSpPr/>
          <p:nvPr>
            <p:custDataLst>
              <p:tags r:id="rId18"/>
            </p:custDataLst>
          </p:nvPr>
        </p:nvSpPr>
        <p:spPr>
          <a:xfrm>
            <a:off x="4957763" y="462311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57" name="任意多边形: 形状 189"/>
          <p:cNvSpPr/>
          <p:nvPr>
            <p:custDataLst>
              <p:tags r:id="rId19"/>
            </p:custDataLst>
          </p:nvPr>
        </p:nvSpPr>
        <p:spPr>
          <a:xfrm>
            <a:off x="7471093" y="462311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ln w="7620" cap="flat">
            <a:solidFill>
              <a:schemeClr val="accent1">
                <a:alpha val="20000"/>
              </a:schemeClr>
            </a:solidFill>
            <a:prstDash val="solid"/>
            <a:miter/>
          </a:ln>
          <a:effectLst>
            <a:outerShdw blurRad="152400" dist="38100" dir="1200000" algn="t" rotWithShape="0">
              <a:schemeClr val="accent1">
                <a:alpha val="34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8" name="任意多边形: 形状 189"/>
          <p:cNvSpPr/>
          <p:nvPr>
            <p:custDataLst>
              <p:tags r:id="rId20"/>
            </p:custDataLst>
          </p:nvPr>
        </p:nvSpPr>
        <p:spPr>
          <a:xfrm>
            <a:off x="7473633" y="4623118"/>
            <a:ext cx="2331720" cy="1870075"/>
          </a:xfrm>
          <a:custGeom>
            <a:avLst/>
            <a:gdLst>
              <a:gd name="connsiteX0" fmla="*/ 2253768 w 2331796"/>
              <a:gd name="connsiteY0" fmla="*/ 0 h 1870252"/>
              <a:gd name="connsiteX1" fmla="*/ 78029 w 2331796"/>
              <a:gd name="connsiteY1" fmla="*/ 0 h 1870252"/>
              <a:gd name="connsiteX2" fmla="*/ 0 w 2331796"/>
              <a:gd name="connsiteY2" fmla="*/ 78029 h 1870252"/>
              <a:gd name="connsiteX3" fmla="*/ 0 w 2331796"/>
              <a:gd name="connsiteY3" fmla="*/ 1792224 h 1870252"/>
              <a:gd name="connsiteX4" fmla="*/ 78029 w 2331796"/>
              <a:gd name="connsiteY4" fmla="*/ 1870253 h 1870252"/>
              <a:gd name="connsiteX5" fmla="*/ 2253768 w 2331796"/>
              <a:gd name="connsiteY5" fmla="*/ 1870253 h 1870252"/>
              <a:gd name="connsiteX6" fmla="*/ 2331796 w 2331796"/>
              <a:gd name="connsiteY6" fmla="*/ 1792224 h 1870252"/>
              <a:gd name="connsiteX7" fmla="*/ 2331796 w 2331796"/>
              <a:gd name="connsiteY7" fmla="*/ 78029 h 1870252"/>
              <a:gd name="connsiteX8" fmla="*/ 2253768 w 2331796"/>
              <a:gd name="connsiteY8" fmla="*/ 0 h 187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1796" h="1870252">
                <a:moveTo>
                  <a:pt x="2253768" y="0"/>
                </a:moveTo>
                <a:lnTo>
                  <a:pt x="78029" y="0"/>
                </a:lnTo>
                <a:cubicBezTo>
                  <a:pt x="34900" y="0"/>
                  <a:pt x="0" y="34900"/>
                  <a:pt x="0" y="78029"/>
                </a:cubicBezTo>
                <a:lnTo>
                  <a:pt x="0" y="1792224"/>
                </a:lnTo>
                <a:cubicBezTo>
                  <a:pt x="0" y="1835353"/>
                  <a:pt x="34900" y="1870253"/>
                  <a:pt x="78029" y="1870253"/>
                </a:cubicBezTo>
                <a:lnTo>
                  <a:pt x="2253768" y="1870253"/>
                </a:lnTo>
                <a:cubicBezTo>
                  <a:pt x="2296897" y="1870253"/>
                  <a:pt x="2331796" y="1835353"/>
                  <a:pt x="2331796" y="1792224"/>
                </a:cubicBezTo>
                <a:lnTo>
                  <a:pt x="2331796" y="78029"/>
                </a:lnTo>
                <a:cubicBezTo>
                  <a:pt x="2331796" y="34976"/>
                  <a:pt x="2296821" y="0"/>
                  <a:pt x="22537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65" name="组合 64"/>
          <p:cNvGrpSpPr/>
          <p:nvPr>
            <p:custDataLst>
              <p:tags r:id="rId21"/>
            </p:custDataLst>
          </p:nvPr>
        </p:nvGrpSpPr>
        <p:grpSpPr>
          <a:xfrm>
            <a:off x="3855085" y="1924050"/>
            <a:ext cx="2032000" cy="1662430"/>
            <a:chOff x="2061" y="3030"/>
            <a:chExt cx="3200" cy="2618"/>
          </a:xfrm>
        </p:grpSpPr>
        <p:sp>
          <p:nvSpPr>
            <p:cNvPr id="66" name="文本框 65"/>
            <p:cNvSpPr txBox="1"/>
            <p:nvPr>
              <p:custDataLst>
                <p:tags r:id="rId22"/>
              </p:custDataLst>
            </p:nvPr>
          </p:nvSpPr>
          <p:spPr>
            <a:xfrm>
              <a:off x="2083" y="3030"/>
              <a:ext cx="3178" cy="72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02 人岗匹配 90.8%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23"/>
              </p:custDataLst>
            </p:nvPr>
          </p:nvSpPr>
          <p:spPr>
            <a:xfrm>
              <a:off x="2061" y="3888"/>
              <a:ext cx="2991" cy="176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Precision@5 90.8%、Top1 相关率 100%、MRR 1.00；每次推荐的四路分数快照落库，结果可回溯可审计。</a:t>
              </a:r>
              <a:endParaRPr lang="en-US" sz="1200"/>
            </a:p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68" name="组合 67"/>
          <p:cNvGrpSpPr/>
          <p:nvPr>
            <p:custDataLst>
              <p:tags r:id="rId24"/>
            </p:custDataLst>
          </p:nvPr>
        </p:nvGrpSpPr>
        <p:grpSpPr>
          <a:xfrm>
            <a:off x="6344285" y="1924050"/>
            <a:ext cx="2171700" cy="1662430"/>
            <a:chOff x="1971" y="3030"/>
            <a:chExt cx="3420" cy="2618"/>
          </a:xfrm>
        </p:grpSpPr>
        <p:sp>
          <p:nvSpPr>
            <p:cNvPr id="71" name="文本框 70"/>
            <p:cNvSpPr txBox="1"/>
            <p:nvPr>
              <p:custDataLst>
                <p:tags r:id="rId25"/>
              </p:custDataLst>
            </p:nvPr>
          </p:nvSpPr>
          <p:spPr>
            <a:xfrm>
              <a:off x="1971" y="3030"/>
              <a:ext cx="3420" cy="724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03 JD 解析 91.9%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6"/>
              </p:custDataLst>
            </p:nvPr>
          </p:nvSpPr>
          <p:spPr>
            <a:xfrm>
              <a:off x="2061" y="3888"/>
              <a:ext cx="2991" cy="176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随机抽 100 条真实爬取 JD，LLM 逐标签核验：385/419 一致；交叉验证顺带实证 8.1% 平台标签噪声。</a:t>
              </a:r>
              <a:endParaRPr lang="en-US" sz="1200"/>
            </a:p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27"/>
            </p:custDataLst>
          </p:nvPr>
        </p:nvGrpSpPr>
        <p:grpSpPr>
          <a:xfrm>
            <a:off x="8837930" y="1924050"/>
            <a:ext cx="1899285" cy="1577975"/>
            <a:chOff x="2061" y="3030"/>
            <a:chExt cx="2991" cy="2485"/>
          </a:xfrm>
        </p:grpSpPr>
        <p:sp>
          <p:nvSpPr>
            <p:cNvPr id="76" name="文本框 75"/>
            <p:cNvSpPr txBox="1"/>
            <p:nvPr>
              <p:custDataLst>
                <p:tags r:id="rId28"/>
              </p:custDataLst>
            </p:nvPr>
          </p:nvSpPr>
          <p:spPr>
            <a:xfrm>
              <a:off x="2083" y="3030"/>
              <a:ext cx="2950" cy="72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04 合成集全绿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9"/>
              </p:custDataLst>
            </p:nvPr>
          </p:nvSpPr>
          <p:spPr>
            <a:xfrm>
              <a:off x="2061" y="3888"/>
              <a:ext cx="2991" cy="162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16 份(含 6 份埋坑困难样本)解析综合准确率 95.8%；160 对"简历-岗位"推荐命中率 100%、Top1 相关率 100%。</a:t>
              </a:r>
              <a:endParaRPr lang="en-US" sz="1200"/>
            </a:p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30"/>
            </p:custDataLst>
          </p:nvPr>
        </p:nvGrpSpPr>
        <p:grpSpPr>
          <a:xfrm>
            <a:off x="2589530" y="4744720"/>
            <a:ext cx="2032000" cy="1662430"/>
            <a:chOff x="2061" y="3030"/>
            <a:chExt cx="3200" cy="2618"/>
          </a:xfrm>
        </p:grpSpPr>
        <p:sp>
          <p:nvSpPr>
            <p:cNvPr id="80" name="文本框 79"/>
            <p:cNvSpPr txBox="1"/>
            <p:nvPr>
              <p:custDataLst>
                <p:tags r:id="rId31"/>
              </p:custDataLst>
            </p:nvPr>
          </p:nvSpPr>
          <p:spPr>
            <a:xfrm>
              <a:off x="2083" y="3030"/>
              <a:ext cx="3178" cy="72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05 部署可复现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32"/>
              </p:custDataLst>
            </p:nvPr>
          </p:nvSpPr>
          <p:spPr>
            <a:xfrm>
              <a:off x="2061" y="3888"/>
              <a:ext cx="2991" cy="176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Docker 六容器一键部署，解压后两步初始化即可运行完整系统；演示账号与功能验收路径见《部署运行指南》。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33"/>
            </p:custDataLst>
          </p:nvPr>
        </p:nvGrpSpPr>
        <p:grpSpPr>
          <a:xfrm>
            <a:off x="5106670" y="4744720"/>
            <a:ext cx="2032000" cy="1662430"/>
            <a:chOff x="2061" y="3030"/>
            <a:chExt cx="3200" cy="2618"/>
          </a:xfrm>
        </p:grpSpPr>
        <p:sp>
          <p:nvSpPr>
            <p:cNvPr id="86" name="文本框 85"/>
            <p:cNvSpPr txBox="1"/>
            <p:nvPr>
              <p:custDataLst>
                <p:tags r:id="rId34"/>
              </p:custDataLst>
            </p:nvPr>
          </p:nvSpPr>
          <p:spPr>
            <a:xfrm>
              <a:off x="2083" y="3030"/>
              <a:ext cx="3178" cy="72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06 测试方案可查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35"/>
              </p:custDataLst>
            </p:nvPr>
          </p:nvSpPr>
          <p:spPr>
            <a:xfrm>
              <a:off x="2061" y="3888"/>
              <a:ext cx="2991" cy="176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评测方法、评分规则与逐份明细随《测试文档》提交；抽样固定随机种子，过程留档可查。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94" name="组合 93"/>
          <p:cNvGrpSpPr/>
          <p:nvPr>
            <p:custDataLst>
              <p:tags r:id="rId36"/>
            </p:custDataLst>
          </p:nvPr>
        </p:nvGrpSpPr>
        <p:grpSpPr>
          <a:xfrm>
            <a:off x="7637780" y="4744720"/>
            <a:ext cx="1899285" cy="1662430"/>
            <a:chOff x="2061" y="3030"/>
            <a:chExt cx="2991" cy="2618"/>
          </a:xfrm>
        </p:grpSpPr>
        <p:sp>
          <p:nvSpPr>
            <p:cNvPr id="95" name="文本框 94"/>
            <p:cNvSpPr txBox="1"/>
            <p:nvPr>
              <p:custDataLst>
                <p:tags r:id="rId37"/>
              </p:custDataLst>
            </p:nvPr>
          </p:nvSpPr>
          <p:spPr>
            <a:xfrm>
              <a:off x="2083" y="3030"/>
              <a:ext cx="2877" cy="726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zh-CN" altLang="en-US" sz="1600" b="1">
                  <a:solidFill>
                    <a:schemeClr val="accent1"/>
                  </a:solidFill>
                  <a:sym typeface="+mn-ea"/>
                </a:rPr>
                <a:t>07 防线可现场验证</a:t>
              </a:r>
              <a:endParaRPr lang="zh-CN" altLang="en-US" sz="1600" b="1">
                <a:solidFill>
                  <a:schemeClr val="accent1"/>
                </a:solidFill>
                <a:sym typeface="+mn-ea"/>
              </a:endParaRPr>
            </a:p>
          </p:txBody>
        </p:sp>
        <p:sp>
          <p:nvSpPr>
            <p:cNvPr id="96" name="文本框 95"/>
            <p:cNvSpPr txBox="1"/>
            <p:nvPr>
              <p:custDataLst>
                <p:tags r:id="rId38"/>
              </p:custDataLst>
            </p:nvPr>
          </p:nvSpPr>
          <p:spPr>
            <a:xfrm>
              <a:off x="2061" y="3888"/>
              <a:ext cx="2991" cy="176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六道防线均已落地可演示：别名精判自动归并、转正人工确认、LLM 故障降级兜底均可在系统现场操作验证。</a:t>
              </a:r>
              <a:endParaRPr lang="en-US" sz="1200"/>
            </a:p>
            <a:p>
              <a:pPr indent="0" algn="just" fontAlgn="auto">
                <a:lnSpc>
                  <a:spcPct val="110000"/>
                </a:lnSpc>
                <a:buFont typeface="Arial" panose="020B0604020202020204" pitchFamily="34" charset="0"/>
                <a:buNone/>
              </a:pPr>
              <a:endParaRPr lang="en-US" sz="1200"/>
            </a:p>
            <a:p>
              <a:pPr marL="147320" indent="-147320" algn="just" fontAlgn="auto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248285" y="8502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验证结论</a:t>
            </a:r>
            <a:endParaRPr lang="en-US" altLang="en-US" sz="3200" b="1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doors dir="vert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86775" y="188390"/>
            <a:ext cx="24803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05 </a:t>
            </a:r>
            <a:r>
              <a:rPr lang="zh-CN" altLang="en-US" dirty="0">
                <a:solidFill>
                  <a:schemeClr val="bg1"/>
                </a:solidFill>
                <a:sym typeface="思源黑体 CN Medium" panose="020B0600000000000000" pitchFamily="34" charset="-122"/>
              </a:rPr>
              <a:t>结论与展望</a:t>
            </a:r>
            <a:endParaRPr lang="zh-CN" altLang="en-US" dirty="0">
              <a:solidFill>
                <a:schemeClr val="bg1"/>
              </a:solidFill>
              <a:sym typeface="思源黑体 CN Medium" panose="020B06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9040" y="1885102"/>
            <a:ext cx="11216005" cy="4240863"/>
            <a:chOff x="882410" y="1884166"/>
            <a:chExt cx="11216005" cy="4240863"/>
          </a:xfrm>
        </p:grpSpPr>
        <p:sp>
          <p:nvSpPr>
            <p:cNvPr id="16" name="任意多边形: 形状 390"/>
            <p:cNvSpPr/>
            <p:nvPr/>
          </p:nvSpPr>
          <p:spPr>
            <a:xfrm>
              <a:off x="3172932" y="3467289"/>
              <a:ext cx="278419" cy="2202395"/>
            </a:xfrm>
            <a:custGeom>
              <a:avLst/>
              <a:gdLst/>
              <a:ahLst/>
              <a:cxnLst>
                <a:cxn ang="0">
                  <a:pos x="233962" y="1814176"/>
                </a:cxn>
                <a:cxn ang="0">
                  <a:pos x="210913" y="1814176"/>
                </a:cxn>
                <a:cxn ang="0">
                  <a:pos x="210913" y="278782"/>
                </a:cxn>
                <a:cxn ang="0">
                  <a:pos x="17287" y="40627"/>
                </a:cxn>
                <a:cxn ang="0">
                  <a:pos x="33423" y="21013"/>
                </a:cxn>
                <a:cxn ang="0">
                  <a:pos x="233962" y="267573"/>
                </a:cxn>
              </a:cxnLst>
              <a:rect l="0" t="0" r="0" b="0"/>
              <a:pathLst>
                <a:path w="115736" h="752284">
                  <a:moveTo>
                    <a:pt x="117472" y="749391"/>
                  </a:moveTo>
                  <a:lnTo>
                    <a:pt x="105899" y="749391"/>
                  </a:lnTo>
                  <a:lnTo>
                    <a:pt x="105899" y="115158"/>
                  </a:lnTo>
                  <a:lnTo>
                    <a:pt x="8680" y="16782"/>
                  </a:lnTo>
                  <a:lnTo>
                    <a:pt x="16782" y="8680"/>
                  </a:lnTo>
                  <a:lnTo>
                    <a:pt x="117472" y="1105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7" name="任意多边形: 形状 392"/>
            <p:cNvSpPr/>
            <p:nvPr/>
          </p:nvSpPr>
          <p:spPr>
            <a:xfrm>
              <a:off x="8770128" y="2720355"/>
              <a:ext cx="364826" cy="2780357"/>
            </a:xfrm>
            <a:custGeom>
              <a:avLst/>
              <a:gdLst/>
              <a:ahLst/>
              <a:cxnLst>
                <a:cxn ang="0">
                  <a:pos x="40433" y="2302271"/>
                </a:cxn>
                <a:cxn ang="0">
                  <a:pos x="17327" y="2302271"/>
                </a:cxn>
                <a:cxn ang="0">
                  <a:pos x="17327" y="334902"/>
                </a:cxn>
                <a:cxn ang="0">
                  <a:pos x="276097" y="21018"/>
                </a:cxn>
                <a:cxn ang="0">
                  <a:pos x="292269" y="40637"/>
                </a:cxn>
                <a:cxn ang="0">
                  <a:pos x="40433" y="346111"/>
                </a:cxn>
              </a:cxnLst>
              <a:rect l="0" t="0" r="0" b="0"/>
              <a:pathLst>
                <a:path w="150456" h="949035">
                  <a:moveTo>
                    <a:pt x="20254" y="950772"/>
                  </a:moveTo>
                  <a:lnTo>
                    <a:pt x="8680" y="950772"/>
                  </a:lnTo>
                  <a:lnTo>
                    <a:pt x="8680" y="138305"/>
                  </a:lnTo>
                  <a:lnTo>
                    <a:pt x="138305" y="8680"/>
                  </a:lnTo>
                  <a:lnTo>
                    <a:pt x="146406" y="16782"/>
                  </a:lnTo>
                  <a:lnTo>
                    <a:pt x="20254" y="1429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291986" y="5220376"/>
              <a:ext cx="5842982" cy="904653"/>
              <a:chOff x="5563" y="5653"/>
              <a:chExt cx="7608" cy="3397"/>
            </a:xfrm>
            <a:solidFill>
              <a:schemeClr val="accent1"/>
            </a:solidFill>
          </p:grpSpPr>
          <p:sp>
            <p:nvSpPr>
              <p:cNvPr id="51" name="任意多边形: 形状 83"/>
              <p:cNvSpPr/>
              <p:nvPr/>
            </p:nvSpPr>
            <p:spPr>
              <a:xfrm>
                <a:off x="12609" y="6731"/>
                <a:ext cx="562" cy="605"/>
              </a:xfrm>
              <a:custGeom>
                <a:avLst/>
                <a:gdLst/>
                <a:ahLst/>
                <a:cxnLst>
                  <a:cxn ang="0">
                    <a:pos x="304" y="568"/>
                  </a:cxn>
                  <a:cxn ang="0">
                    <a:pos x="287" y="481"/>
                  </a:cxn>
                  <a:cxn ang="0">
                    <a:pos x="261" y="395"/>
                  </a:cxn>
                  <a:cxn ang="0">
                    <a:pos x="239" y="347"/>
                  </a:cxn>
                  <a:cxn ang="0">
                    <a:pos x="231" y="321"/>
                  </a:cxn>
                  <a:cxn ang="0">
                    <a:pos x="218" y="296"/>
                  </a:cxn>
                  <a:cxn ang="0">
                    <a:pos x="192" y="244"/>
                  </a:cxn>
                  <a:cxn ang="0">
                    <a:pos x="162" y="196"/>
                  </a:cxn>
                  <a:cxn ang="0">
                    <a:pos x="101" y="114"/>
                  </a:cxn>
                  <a:cxn ang="0">
                    <a:pos x="54" y="54"/>
                  </a:cxn>
                  <a:cxn ang="0">
                    <a:pos x="32" y="32"/>
                  </a:cxn>
                  <a:cxn ang="0">
                    <a:pos x="162" y="32"/>
                  </a:cxn>
                  <a:cxn ang="0">
                    <a:pos x="291" y="36"/>
                  </a:cxn>
                  <a:cxn ang="0">
                    <a:pos x="296" y="41"/>
                  </a:cxn>
                  <a:cxn ang="0">
                    <a:pos x="309" y="58"/>
                  </a:cxn>
                  <a:cxn ang="0">
                    <a:pos x="356" y="123"/>
                  </a:cxn>
                  <a:cxn ang="0">
                    <a:pos x="417" y="213"/>
                  </a:cxn>
                  <a:cxn ang="0">
                    <a:pos x="469" y="317"/>
                  </a:cxn>
                  <a:cxn ang="0">
                    <a:pos x="507" y="425"/>
                  </a:cxn>
                  <a:cxn ang="0">
                    <a:pos x="520" y="473"/>
                  </a:cxn>
                  <a:cxn ang="0">
                    <a:pos x="529" y="516"/>
                  </a:cxn>
                  <a:cxn ang="0">
                    <a:pos x="538" y="581"/>
                  </a:cxn>
                  <a:cxn ang="0">
                    <a:pos x="538" y="607"/>
                  </a:cxn>
                  <a:cxn ang="0">
                    <a:pos x="417" y="585"/>
                  </a:cxn>
                  <a:cxn ang="0">
                    <a:pos x="304" y="568"/>
                  </a:cxn>
                </a:cxnLst>
                <a:rect l="0" t="0" r="0" b="0"/>
                <a:pathLst>
                  <a:path w="150456" h="162030">
                    <a:moveTo>
                      <a:pt x="81594" y="152193"/>
                    </a:moveTo>
                    <a:cubicBezTo>
                      <a:pt x="81594" y="152193"/>
                      <a:pt x="80437" y="142934"/>
                      <a:pt x="76964" y="129046"/>
                    </a:cubicBezTo>
                    <a:cubicBezTo>
                      <a:pt x="74650" y="122102"/>
                      <a:pt x="72335" y="114000"/>
                      <a:pt x="70020" y="105899"/>
                    </a:cubicBezTo>
                    <a:cubicBezTo>
                      <a:pt x="67706" y="101269"/>
                      <a:pt x="66548" y="97797"/>
                      <a:pt x="64233" y="93168"/>
                    </a:cubicBezTo>
                    <a:cubicBezTo>
                      <a:pt x="63076" y="90853"/>
                      <a:pt x="61919" y="88538"/>
                      <a:pt x="61919" y="86224"/>
                    </a:cubicBezTo>
                    <a:lnTo>
                      <a:pt x="58447" y="79279"/>
                    </a:lnTo>
                    <a:cubicBezTo>
                      <a:pt x="56132" y="74650"/>
                      <a:pt x="53817" y="70020"/>
                      <a:pt x="51503" y="65391"/>
                    </a:cubicBezTo>
                    <a:cubicBezTo>
                      <a:pt x="49188" y="60761"/>
                      <a:pt x="45716" y="57290"/>
                      <a:pt x="43401" y="52660"/>
                    </a:cubicBezTo>
                    <a:cubicBezTo>
                      <a:pt x="38772" y="44558"/>
                      <a:pt x="31827" y="36457"/>
                      <a:pt x="27198" y="30670"/>
                    </a:cubicBezTo>
                    <a:cubicBezTo>
                      <a:pt x="22569" y="23726"/>
                      <a:pt x="17939" y="19097"/>
                      <a:pt x="14467" y="14467"/>
                    </a:cubicBezTo>
                    <a:cubicBezTo>
                      <a:pt x="10995" y="10995"/>
                      <a:pt x="8680" y="8680"/>
                      <a:pt x="8680" y="8680"/>
                    </a:cubicBezTo>
                    <a:cubicBezTo>
                      <a:pt x="8680" y="8680"/>
                      <a:pt x="26041" y="8680"/>
                      <a:pt x="43401" y="8680"/>
                    </a:cubicBezTo>
                    <a:cubicBezTo>
                      <a:pt x="60761" y="8680"/>
                      <a:pt x="78122" y="9838"/>
                      <a:pt x="78122" y="9838"/>
                    </a:cubicBezTo>
                    <a:cubicBezTo>
                      <a:pt x="78122" y="9838"/>
                      <a:pt x="78122" y="9838"/>
                      <a:pt x="79279" y="10995"/>
                    </a:cubicBezTo>
                    <a:cubicBezTo>
                      <a:pt x="80437" y="12152"/>
                      <a:pt x="81594" y="13310"/>
                      <a:pt x="82751" y="15624"/>
                    </a:cubicBezTo>
                    <a:cubicBezTo>
                      <a:pt x="86224" y="20254"/>
                      <a:pt x="90853" y="26041"/>
                      <a:pt x="95482" y="32985"/>
                    </a:cubicBezTo>
                    <a:cubicBezTo>
                      <a:pt x="101269" y="39929"/>
                      <a:pt x="105898" y="48031"/>
                      <a:pt x="111685" y="57290"/>
                    </a:cubicBezTo>
                    <a:cubicBezTo>
                      <a:pt x="116315" y="66548"/>
                      <a:pt x="122101" y="75807"/>
                      <a:pt x="125574" y="85066"/>
                    </a:cubicBezTo>
                    <a:cubicBezTo>
                      <a:pt x="129046" y="94325"/>
                      <a:pt x="133675" y="104741"/>
                      <a:pt x="135990" y="114000"/>
                    </a:cubicBezTo>
                    <a:cubicBezTo>
                      <a:pt x="137147" y="118629"/>
                      <a:pt x="138305" y="123259"/>
                      <a:pt x="139462" y="126731"/>
                    </a:cubicBezTo>
                    <a:cubicBezTo>
                      <a:pt x="140619" y="131361"/>
                      <a:pt x="140619" y="134833"/>
                      <a:pt x="141777" y="138305"/>
                    </a:cubicBezTo>
                    <a:cubicBezTo>
                      <a:pt x="142934" y="145249"/>
                      <a:pt x="144092" y="152193"/>
                      <a:pt x="144092" y="155665"/>
                    </a:cubicBezTo>
                    <a:cubicBezTo>
                      <a:pt x="144092" y="160295"/>
                      <a:pt x="144092" y="162609"/>
                      <a:pt x="144092" y="162609"/>
                    </a:cubicBezTo>
                    <a:cubicBezTo>
                      <a:pt x="144092" y="162609"/>
                      <a:pt x="127888" y="160295"/>
                      <a:pt x="111685" y="156822"/>
                    </a:cubicBezTo>
                    <a:cubicBezTo>
                      <a:pt x="97797" y="154508"/>
                      <a:pt x="81594" y="152193"/>
                      <a:pt x="81594" y="152193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2" name="任意多边形: 形状 80"/>
              <p:cNvSpPr/>
              <p:nvPr/>
            </p:nvSpPr>
            <p:spPr>
              <a:xfrm>
                <a:off x="9430" y="5653"/>
                <a:ext cx="1237" cy="269"/>
              </a:xfrm>
              <a:custGeom>
                <a:avLst/>
                <a:gdLst/>
                <a:ahLst/>
                <a:cxnLst>
                  <a:cxn ang="0">
                    <a:pos x="1075" y="239"/>
                  </a:cxn>
                  <a:cxn ang="0">
                    <a:pos x="1031" y="230"/>
                  </a:cxn>
                  <a:cxn ang="0">
                    <a:pos x="980" y="221"/>
                  </a:cxn>
                  <a:cxn ang="0">
                    <a:pos x="915" y="212"/>
                  </a:cxn>
                  <a:cxn ang="0">
                    <a:pos x="838" y="199"/>
                  </a:cxn>
                  <a:cxn ang="0">
                    <a:pos x="751" y="190"/>
                  </a:cxn>
                  <a:cxn ang="0">
                    <a:pos x="656" y="177"/>
                  </a:cxn>
                  <a:cxn ang="0">
                    <a:pos x="558" y="168"/>
                  </a:cxn>
                  <a:cxn ang="0">
                    <a:pos x="460" y="159"/>
                  </a:cxn>
                  <a:cxn ang="0">
                    <a:pos x="365" y="154"/>
                  </a:cxn>
                  <a:cxn ang="0">
                    <a:pos x="194" y="145"/>
                  </a:cxn>
                  <a:cxn ang="0">
                    <a:pos x="27" y="141"/>
                  </a:cxn>
                  <a:cxn ang="0">
                    <a:pos x="70" y="87"/>
                  </a:cxn>
                  <a:cxn ang="0">
                    <a:pos x="118" y="33"/>
                  </a:cxn>
                  <a:cxn ang="0">
                    <a:pos x="165" y="33"/>
                  </a:cxn>
                  <a:cxn ang="0">
                    <a:pos x="292" y="38"/>
                  </a:cxn>
                  <a:cxn ang="0">
                    <a:pos x="376" y="42"/>
                  </a:cxn>
                  <a:cxn ang="0">
                    <a:pos x="471" y="47"/>
                  </a:cxn>
                  <a:cxn ang="0">
                    <a:pos x="674" y="65"/>
                  </a:cxn>
                  <a:cxn ang="0">
                    <a:pos x="1213" y="145"/>
                  </a:cxn>
                  <a:cxn ang="0">
                    <a:pos x="1191" y="159"/>
                  </a:cxn>
                  <a:cxn ang="0">
                    <a:pos x="1140" y="190"/>
                  </a:cxn>
                  <a:cxn ang="0">
                    <a:pos x="1075" y="239"/>
                  </a:cxn>
                </a:cxnLst>
                <a:rect l="0" t="0" r="0" b="0"/>
                <a:pathLst>
                  <a:path w="393502" h="69441">
                    <a:moveTo>
                      <a:pt x="342000" y="61919"/>
                    </a:moveTo>
                    <a:cubicBezTo>
                      <a:pt x="342000" y="61919"/>
                      <a:pt x="337371" y="60761"/>
                      <a:pt x="328112" y="59604"/>
                    </a:cubicBezTo>
                    <a:cubicBezTo>
                      <a:pt x="323482" y="58447"/>
                      <a:pt x="318853" y="58447"/>
                      <a:pt x="311909" y="57289"/>
                    </a:cubicBezTo>
                    <a:cubicBezTo>
                      <a:pt x="306122" y="56132"/>
                      <a:pt x="299178" y="56132"/>
                      <a:pt x="291076" y="54975"/>
                    </a:cubicBezTo>
                    <a:cubicBezTo>
                      <a:pt x="282975" y="53817"/>
                      <a:pt x="274873" y="52660"/>
                      <a:pt x="266772" y="51503"/>
                    </a:cubicBezTo>
                    <a:cubicBezTo>
                      <a:pt x="257513" y="50345"/>
                      <a:pt x="248254" y="49188"/>
                      <a:pt x="238995" y="49188"/>
                    </a:cubicBezTo>
                    <a:cubicBezTo>
                      <a:pt x="229736" y="48030"/>
                      <a:pt x="219320" y="46873"/>
                      <a:pt x="208904" y="45716"/>
                    </a:cubicBezTo>
                    <a:cubicBezTo>
                      <a:pt x="198487" y="44558"/>
                      <a:pt x="188071" y="44558"/>
                      <a:pt x="177655" y="43401"/>
                    </a:cubicBezTo>
                    <a:cubicBezTo>
                      <a:pt x="167239" y="42244"/>
                      <a:pt x="156822" y="42244"/>
                      <a:pt x="146406" y="41086"/>
                    </a:cubicBezTo>
                    <a:cubicBezTo>
                      <a:pt x="135990" y="39929"/>
                      <a:pt x="125574" y="39929"/>
                      <a:pt x="116315" y="39929"/>
                    </a:cubicBezTo>
                    <a:cubicBezTo>
                      <a:pt x="96640" y="38771"/>
                      <a:pt x="78122" y="38771"/>
                      <a:pt x="61919" y="37614"/>
                    </a:cubicBezTo>
                    <a:cubicBezTo>
                      <a:pt x="30670" y="37614"/>
                      <a:pt x="8680" y="36457"/>
                      <a:pt x="8680" y="36457"/>
                    </a:cubicBezTo>
                    <a:cubicBezTo>
                      <a:pt x="8680" y="36457"/>
                      <a:pt x="15624" y="29513"/>
                      <a:pt x="22569" y="22569"/>
                    </a:cubicBezTo>
                    <a:cubicBezTo>
                      <a:pt x="29513" y="15624"/>
                      <a:pt x="37614" y="8680"/>
                      <a:pt x="37614" y="8680"/>
                    </a:cubicBezTo>
                    <a:cubicBezTo>
                      <a:pt x="37614" y="8680"/>
                      <a:pt x="43401" y="8680"/>
                      <a:pt x="52660" y="8680"/>
                    </a:cubicBezTo>
                    <a:cubicBezTo>
                      <a:pt x="63076" y="8680"/>
                      <a:pt x="76964" y="8680"/>
                      <a:pt x="93168" y="9837"/>
                    </a:cubicBezTo>
                    <a:cubicBezTo>
                      <a:pt x="101269" y="9837"/>
                      <a:pt x="110528" y="9837"/>
                      <a:pt x="119787" y="10995"/>
                    </a:cubicBezTo>
                    <a:cubicBezTo>
                      <a:pt x="129046" y="10995"/>
                      <a:pt x="139462" y="12152"/>
                      <a:pt x="149878" y="12152"/>
                    </a:cubicBezTo>
                    <a:cubicBezTo>
                      <a:pt x="170711" y="13310"/>
                      <a:pt x="192701" y="15624"/>
                      <a:pt x="214691" y="16782"/>
                    </a:cubicBezTo>
                    <a:cubicBezTo>
                      <a:pt x="302650" y="23726"/>
                      <a:pt x="385980" y="37614"/>
                      <a:pt x="385980" y="37614"/>
                    </a:cubicBezTo>
                    <a:cubicBezTo>
                      <a:pt x="385980" y="37614"/>
                      <a:pt x="382508" y="38771"/>
                      <a:pt x="379036" y="41086"/>
                    </a:cubicBezTo>
                    <a:cubicBezTo>
                      <a:pt x="374406" y="43401"/>
                      <a:pt x="368620" y="45716"/>
                      <a:pt x="362833" y="49188"/>
                    </a:cubicBezTo>
                    <a:cubicBezTo>
                      <a:pt x="353574" y="56132"/>
                      <a:pt x="342000" y="61919"/>
                      <a:pt x="342000" y="61919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4" name="任意多边形: 形状 81"/>
              <p:cNvSpPr/>
              <p:nvPr/>
            </p:nvSpPr>
            <p:spPr>
              <a:xfrm>
                <a:off x="10806" y="5805"/>
                <a:ext cx="1127" cy="439"/>
              </a:xfrm>
              <a:custGeom>
                <a:avLst/>
                <a:gdLst/>
                <a:ahLst/>
                <a:cxnLst>
                  <a:cxn ang="0">
                    <a:pos x="910" y="406"/>
                  </a:cxn>
                  <a:cxn ang="0">
                    <a:pos x="877" y="388"/>
                  </a:cxn>
                  <a:cxn ang="0">
                    <a:pos x="787" y="349"/>
                  </a:cxn>
                  <a:cxn ang="0">
                    <a:pos x="652" y="296"/>
                  </a:cxn>
                  <a:cxn ang="0">
                    <a:pos x="576" y="265"/>
                  </a:cxn>
                  <a:cxn ang="0">
                    <a:pos x="492" y="239"/>
                  </a:cxn>
                  <a:cxn ang="0">
                    <a:pos x="452" y="226"/>
                  </a:cxn>
                  <a:cxn ang="0">
                    <a:pos x="408" y="212"/>
                  </a:cxn>
                  <a:cxn ang="0">
                    <a:pos x="325" y="186"/>
                  </a:cxn>
                  <a:cxn ang="0">
                    <a:pos x="176" y="147"/>
                  </a:cxn>
                  <a:cxn ang="0">
                    <a:pos x="67" y="120"/>
                  </a:cxn>
                  <a:cxn ang="0">
                    <a:pos x="27" y="111"/>
                  </a:cxn>
                  <a:cxn ang="0">
                    <a:pos x="103" y="72"/>
                  </a:cxn>
                  <a:cxn ang="0">
                    <a:pos x="183" y="32"/>
                  </a:cxn>
                  <a:cxn ang="0">
                    <a:pos x="227" y="41"/>
                  </a:cxn>
                  <a:cxn ang="0">
                    <a:pos x="339" y="72"/>
                  </a:cxn>
                  <a:cxn ang="0">
                    <a:pos x="416" y="94"/>
                  </a:cxn>
                  <a:cxn ang="0">
                    <a:pos x="499" y="120"/>
                  </a:cxn>
                  <a:cxn ang="0">
                    <a:pos x="674" y="177"/>
                  </a:cxn>
                  <a:cxn ang="0">
                    <a:pos x="761" y="208"/>
                  </a:cxn>
                  <a:cxn ang="0">
                    <a:pos x="845" y="239"/>
                  </a:cxn>
                  <a:cxn ang="0">
                    <a:pos x="987" y="300"/>
                  </a:cxn>
                  <a:cxn ang="0">
                    <a:pos x="1081" y="344"/>
                  </a:cxn>
                  <a:cxn ang="0">
                    <a:pos x="1117" y="362"/>
                  </a:cxn>
                  <a:cxn ang="0">
                    <a:pos x="1019" y="384"/>
                  </a:cxn>
                  <a:cxn ang="0">
                    <a:pos x="950" y="401"/>
                  </a:cxn>
                  <a:cxn ang="0">
                    <a:pos x="910" y="406"/>
                  </a:cxn>
                </a:cxnLst>
                <a:rect l="0" t="0" r="0" b="0"/>
                <a:pathLst>
                  <a:path w="358781" h="115736">
                    <a:moveTo>
                      <a:pt x="289919" y="107056"/>
                    </a:moveTo>
                    <a:cubicBezTo>
                      <a:pt x="289919" y="107056"/>
                      <a:pt x="286447" y="105898"/>
                      <a:pt x="279503" y="102426"/>
                    </a:cubicBezTo>
                    <a:cubicBezTo>
                      <a:pt x="272558" y="100112"/>
                      <a:pt x="263300" y="95482"/>
                      <a:pt x="250569" y="92010"/>
                    </a:cubicBezTo>
                    <a:cubicBezTo>
                      <a:pt x="237838" y="87381"/>
                      <a:pt x="223949" y="82751"/>
                      <a:pt x="207746" y="78122"/>
                    </a:cubicBezTo>
                    <a:cubicBezTo>
                      <a:pt x="199645" y="75807"/>
                      <a:pt x="191543" y="73492"/>
                      <a:pt x="183442" y="70020"/>
                    </a:cubicBezTo>
                    <a:cubicBezTo>
                      <a:pt x="174183" y="67706"/>
                      <a:pt x="166081" y="65391"/>
                      <a:pt x="156822" y="63076"/>
                    </a:cubicBezTo>
                    <a:lnTo>
                      <a:pt x="144092" y="59604"/>
                    </a:lnTo>
                    <a:cubicBezTo>
                      <a:pt x="139462" y="58447"/>
                      <a:pt x="134832" y="57289"/>
                      <a:pt x="130203" y="56132"/>
                    </a:cubicBezTo>
                    <a:cubicBezTo>
                      <a:pt x="120944" y="53817"/>
                      <a:pt x="112843" y="51503"/>
                      <a:pt x="103584" y="49188"/>
                    </a:cubicBezTo>
                    <a:cubicBezTo>
                      <a:pt x="86224" y="45716"/>
                      <a:pt x="70020" y="41086"/>
                      <a:pt x="56132" y="38771"/>
                    </a:cubicBezTo>
                    <a:cubicBezTo>
                      <a:pt x="42244" y="36457"/>
                      <a:pt x="29513" y="34142"/>
                      <a:pt x="21411" y="31827"/>
                    </a:cubicBezTo>
                    <a:cubicBezTo>
                      <a:pt x="13310" y="29513"/>
                      <a:pt x="8680" y="29513"/>
                      <a:pt x="8680" y="29513"/>
                    </a:cubicBezTo>
                    <a:cubicBezTo>
                      <a:pt x="8680" y="29513"/>
                      <a:pt x="21411" y="23726"/>
                      <a:pt x="32985" y="19096"/>
                    </a:cubicBezTo>
                    <a:cubicBezTo>
                      <a:pt x="45716" y="14467"/>
                      <a:pt x="58447" y="8680"/>
                      <a:pt x="58447" y="8680"/>
                    </a:cubicBezTo>
                    <a:cubicBezTo>
                      <a:pt x="58447" y="8680"/>
                      <a:pt x="63076" y="9837"/>
                      <a:pt x="72335" y="10995"/>
                    </a:cubicBezTo>
                    <a:cubicBezTo>
                      <a:pt x="81594" y="12152"/>
                      <a:pt x="94325" y="15624"/>
                      <a:pt x="108213" y="19096"/>
                    </a:cubicBezTo>
                    <a:cubicBezTo>
                      <a:pt x="115158" y="20254"/>
                      <a:pt x="123259" y="22569"/>
                      <a:pt x="132518" y="24883"/>
                    </a:cubicBezTo>
                    <a:cubicBezTo>
                      <a:pt x="140619" y="27198"/>
                      <a:pt x="149878" y="29513"/>
                      <a:pt x="159137" y="31827"/>
                    </a:cubicBezTo>
                    <a:cubicBezTo>
                      <a:pt x="177655" y="36457"/>
                      <a:pt x="196173" y="42244"/>
                      <a:pt x="214690" y="46873"/>
                    </a:cubicBezTo>
                    <a:cubicBezTo>
                      <a:pt x="223949" y="49188"/>
                      <a:pt x="233208" y="52660"/>
                      <a:pt x="242467" y="54975"/>
                    </a:cubicBezTo>
                    <a:cubicBezTo>
                      <a:pt x="251726" y="57289"/>
                      <a:pt x="260985" y="60761"/>
                      <a:pt x="269086" y="63076"/>
                    </a:cubicBezTo>
                    <a:cubicBezTo>
                      <a:pt x="285289" y="68863"/>
                      <a:pt x="301492" y="73492"/>
                      <a:pt x="314223" y="79279"/>
                    </a:cubicBezTo>
                    <a:cubicBezTo>
                      <a:pt x="326954" y="83909"/>
                      <a:pt x="337371" y="88538"/>
                      <a:pt x="344315" y="90853"/>
                    </a:cubicBezTo>
                    <a:cubicBezTo>
                      <a:pt x="351259" y="94325"/>
                      <a:pt x="355889" y="95482"/>
                      <a:pt x="355889" y="95482"/>
                    </a:cubicBezTo>
                    <a:cubicBezTo>
                      <a:pt x="355889" y="95482"/>
                      <a:pt x="339686" y="98954"/>
                      <a:pt x="324640" y="101269"/>
                    </a:cubicBezTo>
                    <a:cubicBezTo>
                      <a:pt x="316538" y="102426"/>
                      <a:pt x="309594" y="104741"/>
                      <a:pt x="302650" y="105898"/>
                    </a:cubicBezTo>
                    <a:cubicBezTo>
                      <a:pt x="293391" y="105898"/>
                      <a:pt x="289919" y="107056"/>
                      <a:pt x="289919" y="107056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5" name="任意多边形: 形状 82"/>
              <p:cNvSpPr/>
              <p:nvPr/>
            </p:nvSpPr>
            <p:spPr>
              <a:xfrm>
                <a:off x="11918" y="6175"/>
                <a:ext cx="872" cy="529"/>
              </a:xfrm>
              <a:custGeom>
                <a:avLst/>
                <a:gdLst/>
                <a:ahLst/>
                <a:cxnLst>
                  <a:cxn ang="0">
                    <a:pos x="641" y="531"/>
                  </a:cxn>
                  <a:cxn ang="0">
                    <a:pos x="564" y="451"/>
                  </a:cxn>
                  <a:cxn ang="0">
                    <a:pos x="477" y="372"/>
                  </a:cxn>
                  <a:cxn ang="0">
                    <a:pos x="368" y="288"/>
                  </a:cxn>
                  <a:cxn ang="0">
                    <a:pos x="143" y="138"/>
                  </a:cxn>
                  <a:cxn ang="0">
                    <a:pos x="59" y="90"/>
                  </a:cxn>
                  <a:cxn ang="0">
                    <a:pos x="27" y="72"/>
                  </a:cxn>
                  <a:cxn ang="0">
                    <a:pos x="128" y="50"/>
                  </a:cxn>
                  <a:cxn ang="0">
                    <a:pos x="230" y="33"/>
                  </a:cxn>
                  <a:cxn ang="0">
                    <a:pos x="263" y="50"/>
                  </a:cxn>
                  <a:cxn ang="0">
                    <a:pos x="346" y="103"/>
                  </a:cxn>
                  <a:cxn ang="0">
                    <a:pos x="459" y="178"/>
                  </a:cxn>
                  <a:cxn ang="0">
                    <a:pos x="517" y="222"/>
                  </a:cxn>
                  <a:cxn ang="0">
                    <a:pos x="579" y="266"/>
                  </a:cxn>
                  <a:cxn ang="0">
                    <a:pos x="688" y="359"/>
                  </a:cxn>
                  <a:cxn ang="0">
                    <a:pos x="735" y="403"/>
                  </a:cxn>
                  <a:cxn ang="0">
                    <a:pos x="775" y="443"/>
                  </a:cxn>
                  <a:cxn ang="0">
                    <a:pos x="830" y="504"/>
                  </a:cxn>
                  <a:cxn ang="0">
                    <a:pos x="848" y="526"/>
                  </a:cxn>
                  <a:cxn ang="0">
                    <a:pos x="739" y="526"/>
                  </a:cxn>
                  <a:cxn ang="0">
                    <a:pos x="641" y="531"/>
                  </a:cxn>
                </a:cxnLst>
                <a:rect l="0" t="0" r="0" b="0"/>
                <a:pathLst>
                  <a:path w="277766" h="138883">
                    <a:moveTo>
                      <a:pt x="204274" y="139462"/>
                    </a:moveTo>
                    <a:cubicBezTo>
                      <a:pt x="204274" y="139462"/>
                      <a:pt x="195015" y="131361"/>
                      <a:pt x="179969" y="118629"/>
                    </a:cubicBezTo>
                    <a:cubicBezTo>
                      <a:pt x="171868" y="112843"/>
                      <a:pt x="163767" y="105899"/>
                      <a:pt x="152193" y="97797"/>
                    </a:cubicBezTo>
                    <a:cubicBezTo>
                      <a:pt x="141777" y="90853"/>
                      <a:pt x="130203" y="82751"/>
                      <a:pt x="117472" y="75807"/>
                    </a:cubicBezTo>
                    <a:cubicBezTo>
                      <a:pt x="93167" y="60761"/>
                      <a:pt x="66548" y="46873"/>
                      <a:pt x="45716" y="36457"/>
                    </a:cubicBezTo>
                    <a:cubicBezTo>
                      <a:pt x="35299" y="30670"/>
                      <a:pt x="26041" y="27198"/>
                      <a:pt x="19096" y="23726"/>
                    </a:cubicBezTo>
                    <a:cubicBezTo>
                      <a:pt x="13310" y="20254"/>
                      <a:pt x="8680" y="19097"/>
                      <a:pt x="8680" y="19097"/>
                    </a:cubicBezTo>
                    <a:cubicBezTo>
                      <a:pt x="8680" y="19097"/>
                      <a:pt x="24883" y="16782"/>
                      <a:pt x="41086" y="13310"/>
                    </a:cubicBezTo>
                    <a:cubicBezTo>
                      <a:pt x="57290" y="10995"/>
                      <a:pt x="73492" y="8680"/>
                      <a:pt x="73492" y="8680"/>
                    </a:cubicBezTo>
                    <a:cubicBezTo>
                      <a:pt x="73492" y="8680"/>
                      <a:pt x="76964" y="10995"/>
                      <a:pt x="83909" y="13310"/>
                    </a:cubicBezTo>
                    <a:cubicBezTo>
                      <a:pt x="90853" y="16782"/>
                      <a:pt x="98954" y="21411"/>
                      <a:pt x="110528" y="27198"/>
                    </a:cubicBezTo>
                    <a:cubicBezTo>
                      <a:pt x="122101" y="32985"/>
                      <a:pt x="133675" y="39929"/>
                      <a:pt x="146406" y="46873"/>
                    </a:cubicBezTo>
                    <a:cubicBezTo>
                      <a:pt x="153350" y="50345"/>
                      <a:pt x="159137" y="54975"/>
                      <a:pt x="164924" y="58447"/>
                    </a:cubicBezTo>
                    <a:cubicBezTo>
                      <a:pt x="170711" y="61919"/>
                      <a:pt x="177655" y="66548"/>
                      <a:pt x="184599" y="70020"/>
                    </a:cubicBezTo>
                    <a:cubicBezTo>
                      <a:pt x="196173" y="78122"/>
                      <a:pt x="208904" y="86224"/>
                      <a:pt x="219320" y="94325"/>
                    </a:cubicBezTo>
                    <a:cubicBezTo>
                      <a:pt x="225107" y="97797"/>
                      <a:pt x="229736" y="102427"/>
                      <a:pt x="234366" y="105899"/>
                    </a:cubicBezTo>
                    <a:cubicBezTo>
                      <a:pt x="238995" y="109371"/>
                      <a:pt x="242467" y="112843"/>
                      <a:pt x="247097" y="116315"/>
                    </a:cubicBezTo>
                    <a:cubicBezTo>
                      <a:pt x="255198" y="123259"/>
                      <a:pt x="260985" y="127888"/>
                      <a:pt x="264457" y="132518"/>
                    </a:cubicBezTo>
                    <a:cubicBezTo>
                      <a:pt x="267929" y="135990"/>
                      <a:pt x="270244" y="138305"/>
                      <a:pt x="270244" y="138305"/>
                    </a:cubicBezTo>
                    <a:cubicBezTo>
                      <a:pt x="270244" y="138305"/>
                      <a:pt x="252883" y="138305"/>
                      <a:pt x="235523" y="138305"/>
                    </a:cubicBezTo>
                    <a:cubicBezTo>
                      <a:pt x="221635" y="139462"/>
                      <a:pt x="204274" y="139462"/>
                      <a:pt x="204274" y="13946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7" name="任意多边形: 形状 84"/>
              <p:cNvSpPr/>
              <p:nvPr/>
            </p:nvSpPr>
            <p:spPr>
              <a:xfrm>
                <a:off x="12691" y="7320"/>
                <a:ext cx="401" cy="661"/>
              </a:xfrm>
              <a:custGeom>
                <a:avLst/>
                <a:gdLst/>
                <a:ahLst/>
                <a:cxnLst>
                  <a:cxn ang="0">
                    <a:pos x="27" y="592"/>
                  </a:cxn>
                  <a:cxn ang="0">
                    <a:pos x="41" y="570"/>
                  </a:cxn>
                  <a:cxn ang="0">
                    <a:pos x="78" y="508"/>
                  </a:cxn>
                  <a:cxn ang="0">
                    <a:pos x="122" y="420"/>
                  </a:cxn>
                  <a:cxn ang="0">
                    <a:pos x="143" y="372"/>
                  </a:cxn>
                  <a:cxn ang="0">
                    <a:pos x="162" y="319"/>
                  </a:cxn>
                  <a:cxn ang="0">
                    <a:pos x="205" y="125"/>
                  </a:cxn>
                  <a:cxn ang="0">
                    <a:pos x="209" y="59"/>
                  </a:cxn>
                  <a:cxn ang="0">
                    <a:pos x="209" y="33"/>
                  </a:cxn>
                  <a:cxn ang="0">
                    <a:pos x="308" y="55"/>
                  </a:cxn>
                  <a:cxn ang="0">
                    <a:pos x="406" y="81"/>
                  </a:cxn>
                  <a:cxn ang="0">
                    <a:pos x="406" y="107"/>
                  </a:cxn>
                  <a:cxn ang="0">
                    <a:pos x="395" y="174"/>
                  </a:cxn>
                  <a:cxn ang="0">
                    <a:pos x="340" y="376"/>
                  </a:cxn>
                  <a:cxn ang="0">
                    <a:pos x="293" y="482"/>
                  </a:cxn>
                  <a:cxn ang="0">
                    <a:pos x="242" y="575"/>
                  </a:cxn>
                  <a:cxn ang="0">
                    <a:pos x="202" y="636"/>
                  </a:cxn>
                  <a:cxn ang="0">
                    <a:pos x="184" y="658"/>
                  </a:cxn>
                  <a:cxn ang="0">
                    <a:pos x="107" y="619"/>
                  </a:cxn>
                  <a:cxn ang="0">
                    <a:pos x="52" y="592"/>
                  </a:cxn>
                  <a:cxn ang="0">
                    <a:pos x="27" y="592"/>
                  </a:cxn>
                </a:cxnLst>
                <a:rect l="0" t="0" r="0" b="0"/>
                <a:pathLst>
                  <a:path w="127309" h="173604">
                    <a:moveTo>
                      <a:pt x="8680" y="155665"/>
                    </a:moveTo>
                    <a:cubicBezTo>
                      <a:pt x="8680" y="155665"/>
                      <a:pt x="9838" y="153350"/>
                      <a:pt x="13310" y="149878"/>
                    </a:cubicBezTo>
                    <a:cubicBezTo>
                      <a:pt x="15624" y="146406"/>
                      <a:pt x="21411" y="140619"/>
                      <a:pt x="24883" y="133675"/>
                    </a:cubicBezTo>
                    <a:cubicBezTo>
                      <a:pt x="28355" y="126731"/>
                      <a:pt x="35300" y="119787"/>
                      <a:pt x="38772" y="110528"/>
                    </a:cubicBezTo>
                    <a:cubicBezTo>
                      <a:pt x="41087" y="105899"/>
                      <a:pt x="43401" y="102427"/>
                      <a:pt x="45716" y="97797"/>
                    </a:cubicBezTo>
                    <a:cubicBezTo>
                      <a:pt x="48030" y="93168"/>
                      <a:pt x="49188" y="88538"/>
                      <a:pt x="51503" y="83909"/>
                    </a:cubicBezTo>
                    <a:cubicBezTo>
                      <a:pt x="59604" y="65391"/>
                      <a:pt x="63076" y="46873"/>
                      <a:pt x="65391" y="32985"/>
                    </a:cubicBezTo>
                    <a:cubicBezTo>
                      <a:pt x="66548" y="26041"/>
                      <a:pt x="66548" y="20254"/>
                      <a:pt x="66548" y="15624"/>
                    </a:cubicBezTo>
                    <a:cubicBezTo>
                      <a:pt x="66548" y="10995"/>
                      <a:pt x="66548" y="8680"/>
                      <a:pt x="66548" y="8680"/>
                    </a:cubicBezTo>
                    <a:cubicBezTo>
                      <a:pt x="66548" y="8680"/>
                      <a:pt x="81594" y="12152"/>
                      <a:pt x="97797" y="14467"/>
                    </a:cubicBezTo>
                    <a:cubicBezTo>
                      <a:pt x="114000" y="17939"/>
                      <a:pt x="129046" y="21411"/>
                      <a:pt x="129046" y="21411"/>
                    </a:cubicBezTo>
                    <a:cubicBezTo>
                      <a:pt x="129046" y="21411"/>
                      <a:pt x="129046" y="23726"/>
                      <a:pt x="129046" y="28355"/>
                    </a:cubicBezTo>
                    <a:cubicBezTo>
                      <a:pt x="129046" y="32985"/>
                      <a:pt x="126731" y="38772"/>
                      <a:pt x="125574" y="45716"/>
                    </a:cubicBezTo>
                    <a:cubicBezTo>
                      <a:pt x="123259" y="60761"/>
                      <a:pt x="116315" y="79279"/>
                      <a:pt x="108213" y="98954"/>
                    </a:cubicBezTo>
                    <a:cubicBezTo>
                      <a:pt x="102427" y="108213"/>
                      <a:pt x="98955" y="118629"/>
                      <a:pt x="93168" y="126731"/>
                    </a:cubicBezTo>
                    <a:cubicBezTo>
                      <a:pt x="87381" y="135990"/>
                      <a:pt x="82751" y="144092"/>
                      <a:pt x="76964" y="151036"/>
                    </a:cubicBezTo>
                    <a:cubicBezTo>
                      <a:pt x="71178" y="157980"/>
                      <a:pt x="67706" y="163767"/>
                      <a:pt x="64234" y="167239"/>
                    </a:cubicBezTo>
                    <a:cubicBezTo>
                      <a:pt x="60761" y="170711"/>
                      <a:pt x="58447" y="173026"/>
                      <a:pt x="58447" y="173026"/>
                    </a:cubicBezTo>
                    <a:cubicBezTo>
                      <a:pt x="58447" y="173026"/>
                      <a:pt x="45716" y="167239"/>
                      <a:pt x="34142" y="162609"/>
                    </a:cubicBezTo>
                    <a:cubicBezTo>
                      <a:pt x="28355" y="160295"/>
                      <a:pt x="21411" y="157980"/>
                      <a:pt x="16782" y="155665"/>
                    </a:cubicBezTo>
                    <a:cubicBezTo>
                      <a:pt x="12153" y="156822"/>
                      <a:pt x="8680" y="155665"/>
                      <a:pt x="8680" y="155665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9" name="任意多边形: 形状 85"/>
              <p:cNvSpPr/>
              <p:nvPr/>
            </p:nvSpPr>
            <p:spPr>
              <a:xfrm>
                <a:off x="12019" y="7927"/>
                <a:ext cx="764" cy="616"/>
              </a:xfrm>
              <a:custGeom>
                <a:avLst/>
                <a:gdLst/>
                <a:ahLst/>
                <a:cxnLst>
                  <a:cxn ang="0">
                    <a:pos x="27" y="503"/>
                  </a:cxn>
                  <a:cxn ang="0">
                    <a:pos x="136" y="437"/>
                  </a:cxn>
                  <a:cxn ang="0">
                    <a:pos x="351" y="279"/>
                  </a:cxn>
                  <a:cxn ang="0">
                    <a:pos x="529" y="112"/>
                  </a:cxn>
                  <a:cxn ang="0">
                    <a:pos x="580" y="55"/>
                  </a:cxn>
                  <a:cxn ang="0">
                    <a:pos x="598" y="32"/>
                  </a:cxn>
                  <a:cxn ang="0">
                    <a:pos x="671" y="72"/>
                  </a:cxn>
                  <a:cxn ang="0">
                    <a:pos x="743" y="116"/>
                  </a:cxn>
                  <a:cxn ang="0">
                    <a:pos x="725" y="138"/>
                  </a:cxn>
                  <a:cxn ang="0">
                    <a:pos x="667" y="200"/>
                  </a:cxn>
                  <a:cxn ang="0">
                    <a:pos x="471" y="376"/>
                  </a:cxn>
                  <a:cxn ang="0">
                    <a:pos x="234" y="539"/>
                  </a:cxn>
                  <a:cxn ang="0">
                    <a:pos x="150" y="587"/>
                  </a:cxn>
                  <a:cxn ang="0">
                    <a:pos x="118" y="605"/>
                  </a:cxn>
                  <a:cxn ang="0">
                    <a:pos x="74" y="552"/>
                  </a:cxn>
                  <a:cxn ang="0">
                    <a:pos x="27" y="503"/>
                  </a:cxn>
                </a:cxnLst>
                <a:rect l="0" t="0" r="0" b="0"/>
                <a:pathLst>
                  <a:path w="243045" h="162030">
                    <a:moveTo>
                      <a:pt x="8680" y="132518"/>
                    </a:moveTo>
                    <a:cubicBezTo>
                      <a:pt x="8680" y="132518"/>
                      <a:pt x="22569" y="125574"/>
                      <a:pt x="43401" y="115157"/>
                    </a:cubicBezTo>
                    <a:cubicBezTo>
                      <a:pt x="63076" y="104741"/>
                      <a:pt x="88538" y="89695"/>
                      <a:pt x="111686" y="73492"/>
                    </a:cubicBezTo>
                    <a:cubicBezTo>
                      <a:pt x="134833" y="58447"/>
                      <a:pt x="154508" y="42244"/>
                      <a:pt x="168396" y="29513"/>
                    </a:cubicBezTo>
                    <a:cubicBezTo>
                      <a:pt x="175340" y="23726"/>
                      <a:pt x="179970" y="17939"/>
                      <a:pt x="184599" y="14467"/>
                    </a:cubicBezTo>
                    <a:cubicBezTo>
                      <a:pt x="188071" y="10995"/>
                      <a:pt x="190386" y="8680"/>
                      <a:pt x="190386" y="8680"/>
                    </a:cubicBezTo>
                    <a:cubicBezTo>
                      <a:pt x="190386" y="8680"/>
                      <a:pt x="201960" y="14467"/>
                      <a:pt x="213533" y="19096"/>
                    </a:cubicBezTo>
                    <a:cubicBezTo>
                      <a:pt x="225107" y="24883"/>
                      <a:pt x="236680" y="30670"/>
                      <a:pt x="236680" y="30670"/>
                    </a:cubicBezTo>
                    <a:cubicBezTo>
                      <a:pt x="236680" y="30670"/>
                      <a:pt x="234366" y="32985"/>
                      <a:pt x="230894" y="36457"/>
                    </a:cubicBezTo>
                    <a:cubicBezTo>
                      <a:pt x="227422" y="39929"/>
                      <a:pt x="220477" y="45716"/>
                      <a:pt x="212376" y="52660"/>
                    </a:cubicBezTo>
                    <a:cubicBezTo>
                      <a:pt x="197330" y="65391"/>
                      <a:pt x="174183" y="82751"/>
                      <a:pt x="149878" y="98954"/>
                    </a:cubicBezTo>
                    <a:cubicBezTo>
                      <a:pt x="124416" y="115157"/>
                      <a:pt x="97797" y="130203"/>
                      <a:pt x="74650" y="141777"/>
                    </a:cubicBezTo>
                    <a:cubicBezTo>
                      <a:pt x="63076" y="147564"/>
                      <a:pt x="54975" y="152193"/>
                      <a:pt x="48031" y="154508"/>
                    </a:cubicBezTo>
                    <a:cubicBezTo>
                      <a:pt x="41087" y="157980"/>
                      <a:pt x="37614" y="159137"/>
                      <a:pt x="37614" y="159137"/>
                    </a:cubicBezTo>
                    <a:cubicBezTo>
                      <a:pt x="37614" y="159137"/>
                      <a:pt x="30670" y="152193"/>
                      <a:pt x="23726" y="145249"/>
                    </a:cubicBezTo>
                    <a:cubicBezTo>
                      <a:pt x="15624" y="139462"/>
                      <a:pt x="8680" y="132518"/>
                      <a:pt x="8680" y="132518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61" name="任意多边形: 形状 86"/>
              <p:cNvSpPr/>
              <p:nvPr/>
            </p:nvSpPr>
            <p:spPr>
              <a:xfrm>
                <a:off x="10918" y="8427"/>
                <a:ext cx="981" cy="484"/>
              </a:xfrm>
              <a:custGeom>
                <a:avLst/>
                <a:gdLst/>
                <a:ahLst/>
                <a:cxnLst>
                  <a:cxn ang="0">
                    <a:pos x="30" y="358"/>
                  </a:cxn>
                  <a:cxn ang="0">
                    <a:pos x="41" y="354"/>
                  </a:cxn>
                  <a:cxn ang="0">
                    <a:pos x="70" y="345"/>
                  </a:cxn>
                  <a:cxn ang="0">
                    <a:pos x="176" y="314"/>
                  </a:cxn>
                  <a:cxn ang="0">
                    <a:pos x="321" y="270"/>
                  </a:cxn>
                  <a:cxn ang="0">
                    <a:pos x="401" y="244"/>
                  </a:cxn>
                  <a:cxn ang="0">
                    <a:pos x="485" y="213"/>
                  </a:cxn>
                  <a:cxn ang="0">
                    <a:pos x="564" y="182"/>
                  </a:cxn>
                  <a:cxn ang="0">
                    <a:pos x="641" y="151"/>
                  </a:cxn>
                  <a:cxn ang="0">
                    <a:pos x="772" y="94"/>
                  </a:cxn>
                  <a:cxn ang="0">
                    <a:pos x="859" y="50"/>
                  </a:cxn>
                  <a:cxn ang="0">
                    <a:pos x="891" y="32"/>
                  </a:cxn>
                  <a:cxn ang="0">
                    <a:pos x="931" y="85"/>
                  </a:cxn>
                  <a:cxn ang="0">
                    <a:pos x="968" y="138"/>
                  </a:cxn>
                  <a:cxn ang="0">
                    <a:pos x="957" y="142"/>
                  </a:cxn>
                  <a:cxn ang="0">
                    <a:pos x="931" y="156"/>
                  </a:cxn>
                  <a:cxn ang="0">
                    <a:pos x="833" y="200"/>
                  </a:cxn>
                  <a:cxn ang="0">
                    <a:pos x="692" y="261"/>
                  </a:cxn>
                  <a:cxn ang="0">
                    <a:pos x="608" y="292"/>
                  </a:cxn>
                  <a:cxn ang="0">
                    <a:pos x="521" y="323"/>
                  </a:cxn>
                  <a:cxn ang="0">
                    <a:pos x="434" y="354"/>
                  </a:cxn>
                  <a:cxn ang="0">
                    <a:pos x="346" y="380"/>
                  </a:cxn>
                  <a:cxn ang="0">
                    <a:pos x="187" y="424"/>
                  </a:cxn>
                  <a:cxn ang="0">
                    <a:pos x="70" y="455"/>
                  </a:cxn>
                  <a:cxn ang="0">
                    <a:pos x="27" y="464"/>
                  </a:cxn>
                  <a:cxn ang="0">
                    <a:pos x="27" y="407"/>
                  </a:cxn>
                  <a:cxn ang="0">
                    <a:pos x="30" y="358"/>
                  </a:cxn>
                </a:cxnLst>
                <a:rect l="0" t="0" r="0" b="0"/>
                <a:pathLst>
                  <a:path w="312487" h="127309">
                    <a:moveTo>
                      <a:pt x="9837" y="94325"/>
                    </a:moveTo>
                    <a:cubicBezTo>
                      <a:pt x="9837" y="94325"/>
                      <a:pt x="10995" y="94325"/>
                      <a:pt x="13310" y="93168"/>
                    </a:cubicBezTo>
                    <a:cubicBezTo>
                      <a:pt x="15624" y="93168"/>
                      <a:pt x="19096" y="92010"/>
                      <a:pt x="22568" y="90853"/>
                    </a:cubicBezTo>
                    <a:cubicBezTo>
                      <a:pt x="30670" y="88538"/>
                      <a:pt x="42244" y="86223"/>
                      <a:pt x="56132" y="82751"/>
                    </a:cubicBezTo>
                    <a:cubicBezTo>
                      <a:pt x="70020" y="79279"/>
                      <a:pt x="86223" y="75807"/>
                      <a:pt x="102426" y="71178"/>
                    </a:cubicBezTo>
                    <a:cubicBezTo>
                      <a:pt x="110528" y="68863"/>
                      <a:pt x="119787" y="66548"/>
                      <a:pt x="127888" y="64234"/>
                    </a:cubicBezTo>
                    <a:cubicBezTo>
                      <a:pt x="137147" y="61919"/>
                      <a:pt x="145249" y="59604"/>
                      <a:pt x="154507" y="56132"/>
                    </a:cubicBezTo>
                    <a:cubicBezTo>
                      <a:pt x="162609" y="53817"/>
                      <a:pt x="171868" y="50345"/>
                      <a:pt x="179969" y="48030"/>
                    </a:cubicBezTo>
                    <a:cubicBezTo>
                      <a:pt x="188071" y="45716"/>
                      <a:pt x="196172" y="42244"/>
                      <a:pt x="204274" y="39929"/>
                    </a:cubicBezTo>
                    <a:cubicBezTo>
                      <a:pt x="220477" y="35300"/>
                      <a:pt x="234366" y="29513"/>
                      <a:pt x="245939" y="24883"/>
                    </a:cubicBezTo>
                    <a:cubicBezTo>
                      <a:pt x="258670" y="20254"/>
                      <a:pt x="267929" y="16782"/>
                      <a:pt x="273716" y="13310"/>
                    </a:cubicBezTo>
                    <a:cubicBezTo>
                      <a:pt x="280660" y="10995"/>
                      <a:pt x="284132" y="8680"/>
                      <a:pt x="284132" y="8680"/>
                    </a:cubicBezTo>
                    <a:cubicBezTo>
                      <a:pt x="284132" y="8680"/>
                      <a:pt x="289919" y="15624"/>
                      <a:pt x="296863" y="22569"/>
                    </a:cubicBezTo>
                    <a:cubicBezTo>
                      <a:pt x="302650" y="29513"/>
                      <a:pt x="308437" y="36457"/>
                      <a:pt x="308437" y="36457"/>
                    </a:cubicBezTo>
                    <a:cubicBezTo>
                      <a:pt x="308437" y="36457"/>
                      <a:pt x="307279" y="36457"/>
                      <a:pt x="304964" y="37614"/>
                    </a:cubicBezTo>
                    <a:cubicBezTo>
                      <a:pt x="302650" y="38772"/>
                      <a:pt x="300335" y="39929"/>
                      <a:pt x="296863" y="41086"/>
                    </a:cubicBezTo>
                    <a:cubicBezTo>
                      <a:pt x="289919" y="43401"/>
                      <a:pt x="278345" y="48030"/>
                      <a:pt x="265614" y="52660"/>
                    </a:cubicBezTo>
                    <a:cubicBezTo>
                      <a:pt x="252883" y="57289"/>
                      <a:pt x="236680" y="63076"/>
                      <a:pt x="220477" y="68863"/>
                    </a:cubicBezTo>
                    <a:cubicBezTo>
                      <a:pt x="212375" y="71178"/>
                      <a:pt x="203117" y="74650"/>
                      <a:pt x="193858" y="76964"/>
                    </a:cubicBezTo>
                    <a:cubicBezTo>
                      <a:pt x="184599" y="79279"/>
                      <a:pt x="175340" y="82751"/>
                      <a:pt x="166081" y="85066"/>
                    </a:cubicBezTo>
                    <a:cubicBezTo>
                      <a:pt x="156822" y="87381"/>
                      <a:pt x="147564" y="90853"/>
                      <a:pt x="138304" y="93168"/>
                    </a:cubicBezTo>
                    <a:cubicBezTo>
                      <a:pt x="129046" y="95482"/>
                      <a:pt x="119787" y="97797"/>
                      <a:pt x="110528" y="100112"/>
                    </a:cubicBezTo>
                    <a:cubicBezTo>
                      <a:pt x="93167" y="104741"/>
                      <a:pt x="74650" y="108213"/>
                      <a:pt x="59604" y="111685"/>
                    </a:cubicBezTo>
                    <a:cubicBezTo>
                      <a:pt x="44558" y="115157"/>
                      <a:pt x="31827" y="117472"/>
                      <a:pt x="22568" y="119787"/>
                    </a:cubicBezTo>
                    <a:cubicBezTo>
                      <a:pt x="13310" y="122102"/>
                      <a:pt x="8680" y="122102"/>
                      <a:pt x="8680" y="122102"/>
                    </a:cubicBezTo>
                    <a:cubicBezTo>
                      <a:pt x="8680" y="122102"/>
                      <a:pt x="8680" y="114000"/>
                      <a:pt x="8680" y="107056"/>
                    </a:cubicBezTo>
                    <a:cubicBezTo>
                      <a:pt x="10995" y="101269"/>
                      <a:pt x="9837" y="94325"/>
                      <a:pt x="9837" y="94325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63" name="任意多边形: 形状 87"/>
              <p:cNvSpPr/>
              <p:nvPr/>
            </p:nvSpPr>
            <p:spPr>
              <a:xfrm>
                <a:off x="9502" y="8765"/>
                <a:ext cx="1127" cy="269"/>
              </a:xfrm>
              <a:custGeom>
                <a:avLst/>
                <a:gdLst/>
                <a:ahLst/>
                <a:cxnLst>
                  <a:cxn ang="0">
                    <a:pos x="99" y="154"/>
                  </a:cxn>
                  <a:cxn ang="0">
                    <a:pos x="623" y="118"/>
                  </a:cxn>
                  <a:cxn ang="0">
                    <a:pos x="812" y="91"/>
                  </a:cxn>
                  <a:cxn ang="0">
                    <a:pos x="899" y="78"/>
                  </a:cxn>
                  <a:cxn ang="0">
                    <a:pos x="976" y="65"/>
                  </a:cxn>
                  <a:cxn ang="0">
                    <a:pos x="1088" y="42"/>
                  </a:cxn>
                  <a:cxn ang="0">
                    <a:pos x="1132" y="33"/>
                  </a:cxn>
                  <a:cxn ang="0">
                    <a:pos x="1128" y="91"/>
                  </a:cxn>
                  <a:cxn ang="0">
                    <a:pos x="1125" y="150"/>
                  </a:cxn>
                  <a:cxn ang="0">
                    <a:pos x="957" y="181"/>
                  </a:cxn>
                  <a:cxn ang="0">
                    <a:pos x="783" y="208"/>
                  </a:cxn>
                  <a:cxn ang="0">
                    <a:pos x="583" y="230"/>
                  </a:cxn>
                  <a:cxn ang="0">
                    <a:pos x="481" y="239"/>
                  </a:cxn>
                  <a:cxn ang="0">
                    <a:pos x="379" y="248"/>
                  </a:cxn>
                  <a:cxn ang="0">
                    <a:pos x="201" y="257"/>
                  </a:cxn>
                  <a:cxn ang="0">
                    <a:pos x="74" y="262"/>
                  </a:cxn>
                  <a:cxn ang="0">
                    <a:pos x="27" y="262"/>
                  </a:cxn>
                  <a:cxn ang="0">
                    <a:pos x="67" y="208"/>
                  </a:cxn>
                  <a:cxn ang="0">
                    <a:pos x="99" y="154"/>
                  </a:cxn>
                </a:cxnLst>
                <a:rect l="0" t="0" r="0" b="0"/>
                <a:pathLst>
                  <a:path w="358781" h="69441">
                    <a:moveTo>
                      <a:pt x="31827" y="39929"/>
                    </a:moveTo>
                    <a:cubicBezTo>
                      <a:pt x="31827" y="39929"/>
                      <a:pt x="116315" y="38771"/>
                      <a:pt x="198487" y="30670"/>
                    </a:cubicBezTo>
                    <a:cubicBezTo>
                      <a:pt x="219320" y="28355"/>
                      <a:pt x="238995" y="27198"/>
                      <a:pt x="258670" y="23726"/>
                    </a:cubicBezTo>
                    <a:cubicBezTo>
                      <a:pt x="267929" y="22569"/>
                      <a:pt x="277188" y="21411"/>
                      <a:pt x="286447" y="20254"/>
                    </a:cubicBezTo>
                    <a:cubicBezTo>
                      <a:pt x="294548" y="19096"/>
                      <a:pt x="302650" y="17939"/>
                      <a:pt x="310751" y="16782"/>
                    </a:cubicBezTo>
                    <a:cubicBezTo>
                      <a:pt x="325797" y="14467"/>
                      <a:pt x="338528" y="13310"/>
                      <a:pt x="346630" y="10995"/>
                    </a:cubicBezTo>
                    <a:cubicBezTo>
                      <a:pt x="354731" y="9837"/>
                      <a:pt x="360518" y="8680"/>
                      <a:pt x="360518" y="8680"/>
                    </a:cubicBezTo>
                    <a:cubicBezTo>
                      <a:pt x="360518" y="8680"/>
                      <a:pt x="360518" y="16782"/>
                      <a:pt x="359360" y="23726"/>
                    </a:cubicBezTo>
                    <a:cubicBezTo>
                      <a:pt x="358203" y="31827"/>
                      <a:pt x="358203" y="38771"/>
                      <a:pt x="358203" y="38771"/>
                    </a:cubicBezTo>
                    <a:cubicBezTo>
                      <a:pt x="358203" y="38771"/>
                      <a:pt x="337371" y="42244"/>
                      <a:pt x="304965" y="46873"/>
                    </a:cubicBezTo>
                    <a:cubicBezTo>
                      <a:pt x="288762" y="49188"/>
                      <a:pt x="270244" y="51503"/>
                      <a:pt x="249411" y="53817"/>
                    </a:cubicBezTo>
                    <a:cubicBezTo>
                      <a:pt x="228579" y="56132"/>
                      <a:pt x="207746" y="58447"/>
                      <a:pt x="185756" y="59604"/>
                    </a:cubicBezTo>
                    <a:cubicBezTo>
                      <a:pt x="175340" y="60761"/>
                      <a:pt x="163767" y="61919"/>
                      <a:pt x="153350" y="61919"/>
                    </a:cubicBezTo>
                    <a:cubicBezTo>
                      <a:pt x="142934" y="63076"/>
                      <a:pt x="131360" y="63076"/>
                      <a:pt x="120944" y="64234"/>
                    </a:cubicBezTo>
                    <a:cubicBezTo>
                      <a:pt x="100112" y="65391"/>
                      <a:pt x="80437" y="66548"/>
                      <a:pt x="64233" y="66548"/>
                    </a:cubicBezTo>
                    <a:cubicBezTo>
                      <a:pt x="48030" y="67706"/>
                      <a:pt x="32985" y="67706"/>
                      <a:pt x="23726" y="67706"/>
                    </a:cubicBezTo>
                    <a:cubicBezTo>
                      <a:pt x="14467" y="67706"/>
                      <a:pt x="8680" y="67706"/>
                      <a:pt x="8680" y="67706"/>
                    </a:cubicBezTo>
                    <a:cubicBezTo>
                      <a:pt x="8680" y="67706"/>
                      <a:pt x="15624" y="60761"/>
                      <a:pt x="21411" y="53817"/>
                    </a:cubicBezTo>
                    <a:cubicBezTo>
                      <a:pt x="26041" y="46873"/>
                      <a:pt x="31827" y="39929"/>
                      <a:pt x="31827" y="39929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87" name="任意多边形: 形状 88"/>
              <p:cNvSpPr/>
              <p:nvPr/>
            </p:nvSpPr>
            <p:spPr>
              <a:xfrm>
                <a:off x="8054" y="8781"/>
                <a:ext cx="1237" cy="269"/>
              </a:xfrm>
              <a:custGeom>
                <a:avLst/>
                <a:gdLst/>
                <a:ahLst/>
                <a:cxnLst>
                  <a:cxn ang="0">
                    <a:pos x="172" y="33"/>
                  </a:cxn>
                  <a:cxn ang="0">
                    <a:pos x="329" y="60"/>
                  </a:cxn>
                  <a:cxn ang="0">
                    <a:pos x="492" y="82"/>
                  </a:cxn>
                  <a:cxn ang="0">
                    <a:pos x="682" y="105"/>
                  </a:cxn>
                  <a:cxn ang="0">
                    <a:pos x="780" y="114"/>
                  </a:cxn>
                  <a:cxn ang="0">
                    <a:pos x="874" y="118"/>
                  </a:cxn>
                  <a:cxn ang="0">
                    <a:pos x="1042" y="127"/>
                  </a:cxn>
                  <a:cxn ang="0">
                    <a:pos x="1162" y="132"/>
                  </a:cxn>
                  <a:cxn ang="0">
                    <a:pos x="1209" y="132"/>
                  </a:cxn>
                  <a:cxn ang="0">
                    <a:pos x="1166" y="186"/>
                  </a:cxn>
                  <a:cxn ang="0">
                    <a:pos x="1118" y="239"/>
                  </a:cxn>
                  <a:cxn ang="0">
                    <a:pos x="1107" y="239"/>
                  </a:cxn>
                  <a:cxn ang="0">
                    <a:pos x="1071" y="239"/>
                  </a:cxn>
                  <a:cxn ang="0">
                    <a:pos x="944" y="235"/>
                  </a:cxn>
                  <a:cxn ang="0">
                    <a:pos x="765" y="221"/>
                  </a:cxn>
                  <a:cxn ang="0">
                    <a:pos x="562" y="203"/>
                  </a:cxn>
                  <a:cxn ang="0">
                    <a:pos x="362" y="177"/>
                  </a:cxn>
                  <a:cxn ang="0">
                    <a:pos x="271" y="163"/>
                  </a:cxn>
                  <a:cxn ang="0">
                    <a:pos x="191" y="150"/>
                  </a:cxn>
                  <a:cxn ang="0">
                    <a:pos x="70" y="127"/>
                  </a:cxn>
                  <a:cxn ang="0">
                    <a:pos x="27" y="118"/>
                  </a:cxn>
                  <a:cxn ang="0">
                    <a:pos x="103" y="78"/>
                  </a:cxn>
                  <a:cxn ang="0">
                    <a:pos x="172" y="33"/>
                  </a:cxn>
                </a:cxnLst>
                <a:rect l="0" t="0" r="0" b="0"/>
                <a:pathLst>
                  <a:path w="393502" h="69441">
                    <a:moveTo>
                      <a:pt x="54975" y="8680"/>
                    </a:moveTo>
                    <a:cubicBezTo>
                      <a:pt x="54975" y="8680"/>
                      <a:pt x="74650" y="12152"/>
                      <a:pt x="104741" y="15624"/>
                    </a:cubicBezTo>
                    <a:cubicBezTo>
                      <a:pt x="119787" y="16782"/>
                      <a:pt x="137147" y="20254"/>
                      <a:pt x="156822" y="21411"/>
                    </a:cubicBezTo>
                    <a:cubicBezTo>
                      <a:pt x="176498" y="23726"/>
                      <a:pt x="196173" y="26041"/>
                      <a:pt x="217005" y="27198"/>
                    </a:cubicBezTo>
                    <a:cubicBezTo>
                      <a:pt x="227421" y="28355"/>
                      <a:pt x="237838" y="28355"/>
                      <a:pt x="248254" y="29513"/>
                    </a:cubicBezTo>
                    <a:cubicBezTo>
                      <a:pt x="258670" y="29513"/>
                      <a:pt x="269086" y="30670"/>
                      <a:pt x="278345" y="30670"/>
                    </a:cubicBezTo>
                    <a:cubicBezTo>
                      <a:pt x="298020" y="31827"/>
                      <a:pt x="316538" y="31827"/>
                      <a:pt x="331584" y="32985"/>
                    </a:cubicBezTo>
                    <a:cubicBezTo>
                      <a:pt x="347787" y="34142"/>
                      <a:pt x="360518" y="34142"/>
                      <a:pt x="369777" y="34142"/>
                    </a:cubicBezTo>
                    <a:cubicBezTo>
                      <a:pt x="379036" y="34142"/>
                      <a:pt x="384823" y="34142"/>
                      <a:pt x="384823" y="34142"/>
                    </a:cubicBezTo>
                    <a:cubicBezTo>
                      <a:pt x="384823" y="34142"/>
                      <a:pt x="377878" y="41086"/>
                      <a:pt x="370934" y="48031"/>
                    </a:cubicBezTo>
                    <a:cubicBezTo>
                      <a:pt x="363990" y="54975"/>
                      <a:pt x="355889" y="61919"/>
                      <a:pt x="355889" y="61919"/>
                    </a:cubicBezTo>
                    <a:cubicBezTo>
                      <a:pt x="355889" y="61919"/>
                      <a:pt x="354731" y="61919"/>
                      <a:pt x="352416" y="61919"/>
                    </a:cubicBezTo>
                    <a:cubicBezTo>
                      <a:pt x="350102" y="61919"/>
                      <a:pt x="345472" y="61919"/>
                      <a:pt x="340843" y="61919"/>
                    </a:cubicBezTo>
                    <a:cubicBezTo>
                      <a:pt x="331584" y="61919"/>
                      <a:pt x="316538" y="60761"/>
                      <a:pt x="300335" y="60761"/>
                    </a:cubicBezTo>
                    <a:cubicBezTo>
                      <a:pt x="284132" y="60761"/>
                      <a:pt x="264457" y="58447"/>
                      <a:pt x="243625" y="57289"/>
                    </a:cubicBezTo>
                    <a:cubicBezTo>
                      <a:pt x="222792" y="56132"/>
                      <a:pt x="200802" y="53817"/>
                      <a:pt x="178812" y="52660"/>
                    </a:cubicBezTo>
                    <a:cubicBezTo>
                      <a:pt x="156822" y="50345"/>
                      <a:pt x="134832" y="48031"/>
                      <a:pt x="115157" y="45716"/>
                    </a:cubicBezTo>
                    <a:cubicBezTo>
                      <a:pt x="104741" y="44558"/>
                      <a:pt x="95482" y="43401"/>
                      <a:pt x="86223" y="42244"/>
                    </a:cubicBezTo>
                    <a:cubicBezTo>
                      <a:pt x="76964" y="41086"/>
                      <a:pt x="68863" y="39929"/>
                      <a:pt x="60761" y="38772"/>
                    </a:cubicBezTo>
                    <a:cubicBezTo>
                      <a:pt x="44558" y="36457"/>
                      <a:pt x="31827" y="34142"/>
                      <a:pt x="22569" y="32985"/>
                    </a:cubicBezTo>
                    <a:cubicBezTo>
                      <a:pt x="13310" y="31827"/>
                      <a:pt x="8680" y="30670"/>
                      <a:pt x="8680" y="30670"/>
                    </a:cubicBezTo>
                    <a:cubicBezTo>
                      <a:pt x="8680" y="30670"/>
                      <a:pt x="20254" y="24883"/>
                      <a:pt x="32985" y="20254"/>
                    </a:cubicBezTo>
                    <a:cubicBezTo>
                      <a:pt x="43401" y="14467"/>
                      <a:pt x="54975" y="8680"/>
                      <a:pt x="54975" y="868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88" name="任意多边形: 形状 89"/>
              <p:cNvSpPr/>
              <p:nvPr/>
            </p:nvSpPr>
            <p:spPr>
              <a:xfrm>
                <a:off x="6784" y="8463"/>
                <a:ext cx="1127" cy="439"/>
              </a:xfrm>
              <a:custGeom>
                <a:avLst/>
                <a:gdLst/>
                <a:ahLst/>
                <a:cxnLst>
                  <a:cxn ang="0">
                    <a:pos x="230" y="32"/>
                  </a:cxn>
                  <a:cxn ang="0">
                    <a:pos x="238" y="37"/>
                  </a:cxn>
                  <a:cxn ang="0">
                    <a:pos x="263" y="50"/>
                  </a:cxn>
                  <a:cxn ang="0">
                    <a:pos x="354" y="89"/>
                  </a:cxn>
                  <a:cxn ang="0">
                    <a:pos x="488" y="147"/>
                  </a:cxn>
                  <a:cxn ang="0">
                    <a:pos x="565" y="177"/>
                  </a:cxn>
                  <a:cxn ang="0">
                    <a:pos x="605" y="190"/>
                  </a:cxn>
                  <a:cxn ang="0">
                    <a:pos x="645" y="204"/>
                  </a:cxn>
                  <a:cxn ang="0">
                    <a:pos x="728" y="230"/>
                  </a:cxn>
                  <a:cxn ang="0">
                    <a:pos x="812" y="256"/>
                  </a:cxn>
                  <a:cxn ang="0">
                    <a:pos x="961" y="300"/>
                  </a:cxn>
                  <a:cxn ang="0">
                    <a:pos x="1070" y="327"/>
                  </a:cxn>
                  <a:cxn ang="0">
                    <a:pos x="1110" y="335"/>
                  </a:cxn>
                  <a:cxn ang="0">
                    <a:pos x="1030" y="375"/>
                  </a:cxn>
                  <a:cxn ang="0">
                    <a:pos x="950" y="414"/>
                  </a:cxn>
                  <a:cxn ang="0">
                    <a:pos x="907" y="406"/>
                  </a:cxn>
                  <a:cxn ang="0">
                    <a:pos x="794" y="375"/>
                  </a:cxn>
                  <a:cxn ang="0">
                    <a:pos x="638" y="327"/>
                  </a:cxn>
                  <a:cxn ang="0">
                    <a:pos x="550" y="296"/>
                  </a:cxn>
                  <a:cxn ang="0">
                    <a:pos x="463" y="265"/>
                  </a:cxn>
                  <a:cxn ang="0">
                    <a:pos x="376" y="234"/>
                  </a:cxn>
                  <a:cxn ang="0">
                    <a:pos x="296" y="199"/>
                  </a:cxn>
                  <a:cxn ang="0">
                    <a:pos x="223" y="169"/>
                  </a:cxn>
                  <a:cxn ang="0">
                    <a:pos x="158" y="138"/>
                  </a:cxn>
                  <a:cxn ang="0">
                    <a:pos x="63" y="94"/>
                  </a:cxn>
                  <a:cxn ang="0">
                    <a:pos x="27" y="76"/>
                  </a:cxn>
                  <a:cxn ang="0">
                    <a:pos x="129" y="54"/>
                  </a:cxn>
                  <a:cxn ang="0">
                    <a:pos x="230" y="32"/>
                  </a:cxn>
                </a:cxnLst>
                <a:rect l="0" t="0" r="0" b="0"/>
                <a:pathLst>
                  <a:path w="358781" h="115736">
                    <a:moveTo>
                      <a:pt x="73492" y="8680"/>
                    </a:moveTo>
                    <a:cubicBezTo>
                      <a:pt x="73492" y="8680"/>
                      <a:pt x="74650" y="8680"/>
                      <a:pt x="75807" y="9838"/>
                    </a:cubicBezTo>
                    <a:cubicBezTo>
                      <a:pt x="76964" y="10995"/>
                      <a:pt x="80437" y="12152"/>
                      <a:pt x="83909" y="13310"/>
                    </a:cubicBezTo>
                    <a:cubicBezTo>
                      <a:pt x="90853" y="15624"/>
                      <a:pt x="101269" y="20254"/>
                      <a:pt x="112843" y="23726"/>
                    </a:cubicBezTo>
                    <a:cubicBezTo>
                      <a:pt x="125574" y="28355"/>
                      <a:pt x="139462" y="32985"/>
                      <a:pt x="155665" y="38772"/>
                    </a:cubicBezTo>
                    <a:cubicBezTo>
                      <a:pt x="163767" y="41086"/>
                      <a:pt x="171868" y="43401"/>
                      <a:pt x="179970" y="46873"/>
                    </a:cubicBezTo>
                    <a:cubicBezTo>
                      <a:pt x="184599" y="48031"/>
                      <a:pt x="188071" y="49188"/>
                      <a:pt x="192701" y="50345"/>
                    </a:cubicBezTo>
                    <a:lnTo>
                      <a:pt x="205432" y="53817"/>
                    </a:lnTo>
                    <a:cubicBezTo>
                      <a:pt x="214691" y="56132"/>
                      <a:pt x="222792" y="58447"/>
                      <a:pt x="232051" y="60761"/>
                    </a:cubicBezTo>
                    <a:cubicBezTo>
                      <a:pt x="241310" y="63076"/>
                      <a:pt x="249411" y="65391"/>
                      <a:pt x="258670" y="67706"/>
                    </a:cubicBezTo>
                    <a:cubicBezTo>
                      <a:pt x="276031" y="72335"/>
                      <a:pt x="292234" y="75807"/>
                      <a:pt x="306122" y="79279"/>
                    </a:cubicBezTo>
                    <a:cubicBezTo>
                      <a:pt x="320010" y="82751"/>
                      <a:pt x="331584" y="85066"/>
                      <a:pt x="340843" y="86224"/>
                    </a:cubicBezTo>
                    <a:cubicBezTo>
                      <a:pt x="348944" y="87381"/>
                      <a:pt x="353574" y="88538"/>
                      <a:pt x="353574" y="88538"/>
                    </a:cubicBezTo>
                    <a:cubicBezTo>
                      <a:pt x="353574" y="88538"/>
                      <a:pt x="340843" y="93168"/>
                      <a:pt x="328112" y="98954"/>
                    </a:cubicBezTo>
                    <a:cubicBezTo>
                      <a:pt x="315381" y="103584"/>
                      <a:pt x="302650" y="109371"/>
                      <a:pt x="302650" y="109371"/>
                    </a:cubicBezTo>
                    <a:cubicBezTo>
                      <a:pt x="302650" y="109371"/>
                      <a:pt x="298020" y="108213"/>
                      <a:pt x="288762" y="107056"/>
                    </a:cubicBezTo>
                    <a:cubicBezTo>
                      <a:pt x="279503" y="104741"/>
                      <a:pt x="267929" y="102427"/>
                      <a:pt x="252883" y="98954"/>
                    </a:cubicBezTo>
                    <a:cubicBezTo>
                      <a:pt x="237838" y="95482"/>
                      <a:pt x="221635" y="90853"/>
                      <a:pt x="203117" y="86224"/>
                    </a:cubicBezTo>
                    <a:cubicBezTo>
                      <a:pt x="193858" y="83909"/>
                      <a:pt x="184599" y="81594"/>
                      <a:pt x="175340" y="78122"/>
                    </a:cubicBezTo>
                    <a:cubicBezTo>
                      <a:pt x="166081" y="75807"/>
                      <a:pt x="156822" y="73492"/>
                      <a:pt x="147564" y="70020"/>
                    </a:cubicBezTo>
                    <a:cubicBezTo>
                      <a:pt x="138305" y="67706"/>
                      <a:pt x="129046" y="64234"/>
                      <a:pt x="119787" y="61919"/>
                    </a:cubicBezTo>
                    <a:cubicBezTo>
                      <a:pt x="110528" y="59604"/>
                      <a:pt x="102427" y="56132"/>
                      <a:pt x="94325" y="52660"/>
                    </a:cubicBezTo>
                    <a:cubicBezTo>
                      <a:pt x="86223" y="50345"/>
                      <a:pt x="78122" y="46873"/>
                      <a:pt x="71178" y="44558"/>
                    </a:cubicBezTo>
                    <a:cubicBezTo>
                      <a:pt x="64234" y="42244"/>
                      <a:pt x="57289" y="38772"/>
                      <a:pt x="50345" y="36457"/>
                    </a:cubicBezTo>
                    <a:cubicBezTo>
                      <a:pt x="37614" y="31827"/>
                      <a:pt x="27198" y="27198"/>
                      <a:pt x="20254" y="24883"/>
                    </a:cubicBezTo>
                    <a:cubicBezTo>
                      <a:pt x="13310" y="21411"/>
                      <a:pt x="8680" y="20254"/>
                      <a:pt x="8680" y="20254"/>
                    </a:cubicBezTo>
                    <a:cubicBezTo>
                      <a:pt x="8680" y="20254"/>
                      <a:pt x="24883" y="16782"/>
                      <a:pt x="41086" y="14467"/>
                    </a:cubicBezTo>
                    <a:cubicBezTo>
                      <a:pt x="58447" y="10995"/>
                      <a:pt x="73492" y="8680"/>
                      <a:pt x="73492" y="868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2" name="任意多边形: 形状 90"/>
              <p:cNvSpPr/>
              <p:nvPr/>
            </p:nvSpPr>
            <p:spPr>
              <a:xfrm>
                <a:off x="5914" y="7965"/>
                <a:ext cx="836" cy="529"/>
              </a:xfrm>
              <a:custGeom>
                <a:avLst/>
                <a:gdLst/>
                <a:ahLst/>
                <a:cxnLst>
                  <a:cxn ang="0">
                    <a:pos x="241" y="33"/>
                  </a:cxn>
                  <a:cxn ang="0">
                    <a:pos x="259" y="55"/>
                  </a:cxn>
                  <a:cxn ang="0">
                    <a:pos x="314" y="112"/>
                  </a:cxn>
                  <a:cxn ang="0">
                    <a:pos x="398" y="191"/>
                  </a:cxn>
                  <a:cxn ang="0">
                    <a:pos x="448" y="235"/>
                  </a:cxn>
                  <a:cxn ang="0">
                    <a:pos x="503" y="279"/>
                  </a:cxn>
                  <a:cxn ang="0">
                    <a:pos x="619" y="363"/>
                  </a:cxn>
                  <a:cxn ang="0">
                    <a:pos x="674" y="398"/>
                  </a:cxn>
                  <a:cxn ang="0">
                    <a:pos x="725" y="429"/>
                  </a:cxn>
                  <a:cxn ang="0">
                    <a:pos x="805" y="478"/>
                  </a:cxn>
                  <a:cxn ang="0">
                    <a:pos x="837" y="495"/>
                  </a:cxn>
                  <a:cxn ang="0">
                    <a:pos x="736" y="517"/>
                  </a:cxn>
                  <a:cxn ang="0">
                    <a:pos x="634" y="535"/>
                  </a:cxn>
                  <a:cxn ang="0">
                    <a:pos x="517" y="465"/>
                  </a:cxn>
                  <a:cxn ang="0">
                    <a:pos x="292" y="297"/>
                  </a:cxn>
                  <a:cxn ang="0">
                    <a:pos x="103" y="121"/>
                  </a:cxn>
                  <a:cxn ang="0">
                    <a:pos x="49" y="59"/>
                  </a:cxn>
                  <a:cxn ang="0">
                    <a:pos x="27" y="37"/>
                  </a:cxn>
                  <a:cxn ang="0">
                    <a:pos x="136" y="37"/>
                  </a:cxn>
                  <a:cxn ang="0">
                    <a:pos x="241" y="33"/>
                  </a:cxn>
                </a:cxnLst>
                <a:rect l="0" t="0" r="0" b="0"/>
                <a:pathLst>
                  <a:path w="266193" h="138883">
                    <a:moveTo>
                      <a:pt x="76964" y="8680"/>
                    </a:moveTo>
                    <a:cubicBezTo>
                      <a:pt x="76964" y="8680"/>
                      <a:pt x="79279" y="10995"/>
                      <a:pt x="82751" y="14467"/>
                    </a:cubicBezTo>
                    <a:cubicBezTo>
                      <a:pt x="86223" y="17939"/>
                      <a:pt x="93167" y="23726"/>
                      <a:pt x="100112" y="29513"/>
                    </a:cubicBezTo>
                    <a:cubicBezTo>
                      <a:pt x="107056" y="35300"/>
                      <a:pt x="116315" y="42244"/>
                      <a:pt x="126731" y="50345"/>
                    </a:cubicBezTo>
                    <a:cubicBezTo>
                      <a:pt x="131360" y="53817"/>
                      <a:pt x="137147" y="57289"/>
                      <a:pt x="142934" y="61919"/>
                    </a:cubicBezTo>
                    <a:cubicBezTo>
                      <a:pt x="148721" y="65391"/>
                      <a:pt x="154508" y="70020"/>
                      <a:pt x="160294" y="73492"/>
                    </a:cubicBezTo>
                    <a:cubicBezTo>
                      <a:pt x="173025" y="80437"/>
                      <a:pt x="184599" y="88538"/>
                      <a:pt x="197330" y="95482"/>
                    </a:cubicBezTo>
                    <a:cubicBezTo>
                      <a:pt x="203117" y="98954"/>
                      <a:pt x="208904" y="102427"/>
                      <a:pt x="214690" y="104741"/>
                    </a:cubicBezTo>
                    <a:cubicBezTo>
                      <a:pt x="220477" y="108213"/>
                      <a:pt x="226264" y="110528"/>
                      <a:pt x="230893" y="112843"/>
                    </a:cubicBezTo>
                    <a:cubicBezTo>
                      <a:pt x="241310" y="118629"/>
                      <a:pt x="249411" y="122102"/>
                      <a:pt x="256355" y="125574"/>
                    </a:cubicBezTo>
                    <a:cubicBezTo>
                      <a:pt x="263300" y="129046"/>
                      <a:pt x="266772" y="130203"/>
                      <a:pt x="266772" y="130203"/>
                    </a:cubicBezTo>
                    <a:cubicBezTo>
                      <a:pt x="266772" y="130203"/>
                      <a:pt x="250569" y="132518"/>
                      <a:pt x="234366" y="135990"/>
                    </a:cubicBezTo>
                    <a:cubicBezTo>
                      <a:pt x="218162" y="138305"/>
                      <a:pt x="201959" y="140619"/>
                      <a:pt x="201959" y="140619"/>
                    </a:cubicBezTo>
                    <a:cubicBezTo>
                      <a:pt x="201959" y="140619"/>
                      <a:pt x="186914" y="133675"/>
                      <a:pt x="164924" y="122102"/>
                    </a:cubicBezTo>
                    <a:cubicBezTo>
                      <a:pt x="144091" y="110528"/>
                      <a:pt x="116315" y="95482"/>
                      <a:pt x="93167" y="78122"/>
                    </a:cubicBezTo>
                    <a:cubicBezTo>
                      <a:pt x="68863" y="61919"/>
                      <a:pt x="48030" y="44558"/>
                      <a:pt x="32985" y="31827"/>
                    </a:cubicBezTo>
                    <a:cubicBezTo>
                      <a:pt x="24883" y="24883"/>
                      <a:pt x="20254" y="19097"/>
                      <a:pt x="15624" y="15624"/>
                    </a:cubicBezTo>
                    <a:cubicBezTo>
                      <a:pt x="10995" y="12152"/>
                      <a:pt x="8680" y="9838"/>
                      <a:pt x="8680" y="9838"/>
                    </a:cubicBezTo>
                    <a:cubicBezTo>
                      <a:pt x="8680" y="9838"/>
                      <a:pt x="26041" y="9838"/>
                      <a:pt x="43401" y="9838"/>
                    </a:cubicBezTo>
                    <a:cubicBezTo>
                      <a:pt x="59604" y="8680"/>
                      <a:pt x="76964" y="8680"/>
                      <a:pt x="76964" y="868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3" name="任意多边形: 形状 91"/>
              <p:cNvSpPr/>
              <p:nvPr/>
            </p:nvSpPr>
            <p:spPr>
              <a:xfrm>
                <a:off x="5563" y="7331"/>
                <a:ext cx="437" cy="616"/>
              </a:xfrm>
              <a:custGeom>
                <a:avLst/>
                <a:gdLst/>
                <a:ahLst/>
                <a:cxnLst>
                  <a:cxn ang="0">
                    <a:pos x="223" y="77"/>
                  </a:cxn>
                  <a:cxn ang="0">
                    <a:pos x="223" y="103"/>
                  </a:cxn>
                  <a:cxn ang="0">
                    <a:pos x="234" y="165"/>
                  </a:cxn>
                  <a:cxn ang="0">
                    <a:pos x="285" y="354"/>
                  </a:cxn>
                  <a:cxn ang="0">
                    <a:pos x="380" y="539"/>
                  </a:cxn>
                  <a:cxn ang="0">
                    <a:pos x="420" y="600"/>
                  </a:cxn>
                  <a:cxn ang="0">
                    <a:pos x="438" y="622"/>
                  </a:cxn>
                  <a:cxn ang="0">
                    <a:pos x="329" y="622"/>
                  </a:cxn>
                  <a:cxn ang="0">
                    <a:pos x="220" y="618"/>
                  </a:cxn>
                  <a:cxn ang="0">
                    <a:pos x="205" y="591"/>
                  </a:cxn>
                  <a:cxn ang="0">
                    <a:pos x="165" y="525"/>
                  </a:cxn>
                  <a:cxn ang="0">
                    <a:pos x="143" y="481"/>
                  </a:cxn>
                  <a:cxn ang="0">
                    <a:pos x="129" y="459"/>
                  </a:cxn>
                  <a:cxn ang="0">
                    <a:pos x="118" y="433"/>
                  </a:cxn>
                  <a:cxn ang="0">
                    <a:pos x="96" y="380"/>
                  </a:cxn>
                  <a:cxn ang="0">
                    <a:pos x="78" y="327"/>
                  </a:cxn>
                  <a:cxn ang="0">
                    <a:pos x="30" y="125"/>
                  </a:cxn>
                  <a:cxn ang="0">
                    <a:pos x="27" y="59"/>
                  </a:cxn>
                  <a:cxn ang="0">
                    <a:pos x="27" y="32"/>
                  </a:cxn>
                  <a:cxn ang="0">
                    <a:pos x="129" y="55"/>
                  </a:cxn>
                  <a:cxn ang="0">
                    <a:pos x="223" y="77"/>
                  </a:cxn>
                </a:cxnLst>
                <a:rect l="0" t="0" r="0" b="0"/>
                <a:pathLst>
                  <a:path w="138883" h="162030">
                    <a:moveTo>
                      <a:pt x="71178" y="20254"/>
                    </a:moveTo>
                    <a:cubicBezTo>
                      <a:pt x="71178" y="20254"/>
                      <a:pt x="71178" y="22569"/>
                      <a:pt x="71178" y="27198"/>
                    </a:cubicBezTo>
                    <a:cubicBezTo>
                      <a:pt x="72335" y="30670"/>
                      <a:pt x="72335" y="36457"/>
                      <a:pt x="74650" y="43401"/>
                    </a:cubicBezTo>
                    <a:cubicBezTo>
                      <a:pt x="76965" y="57289"/>
                      <a:pt x="82751" y="75807"/>
                      <a:pt x="90853" y="93168"/>
                    </a:cubicBezTo>
                    <a:cubicBezTo>
                      <a:pt x="100112" y="111685"/>
                      <a:pt x="110528" y="129046"/>
                      <a:pt x="120944" y="141777"/>
                    </a:cubicBezTo>
                    <a:cubicBezTo>
                      <a:pt x="126731" y="148721"/>
                      <a:pt x="130203" y="153350"/>
                      <a:pt x="133675" y="157980"/>
                    </a:cubicBezTo>
                    <a:cubicBezTo>
                      <a:pt x="137147" y="161452"/>
                      <a:pt x="139462" y="163767"/>
                      <a:pt x="139462" y="163767"/>
                    </a:cubicBezTo>
                    <a:cubicBezTo>
                      <a:pt x="139462" y="163767"/>
                      <a:pt x="122102" y="163767"/>
                      <a:pt x="104741" y="163767"/>
                    </a:cubicBezTo>
                    <a:cubicBezTo>
                      <a:pt x="87381" y="163767"/>
                      <a:pt x="70020" y="162609"/>
                      <a:pt x="70020" y="162609"/>
                    </a:cubicBezTo>
                    <a:cubicBezTo>
                      <a:pt x="70020" y="162609"/>
                      <a:pt x="67706" y="160295"/>
                      <a:pt x="65391" y="155665"/>
                    </a:cubicBezTo>
                    <a:cubicBezTo>
                      <a:pt x="63076" y="151036"/>
                      <a:pt x="57289" y="146406"/>
                      <a:pt x="52660" y="138305"/>
                    </a:cubicBezTo>
                    <a:cubicBezTo>
                      <a:pt x="50345" y="134833"/>
                      <a:pt x="48031" y="131361"/>
                      <a:pt x="45716" y="126731"/>
                    </a:cubicBezTo>
                    <a:cubicBezTo>
                      <a:pt x="44558" y="124416"/>
                      <a:pt x="43401" y="122102"/>
                      <a:pt x="41086" y="120944"/>
                    </a:cubicBezTo>
                    <a:cubicBezTo>
                      <a:pt x="39929" y="118629"/>
                      <a:pt x="38772" y="116315"/>
                      <a:pt x="37614" y="114000"/>
                    </a:cubicBezTo>
                    <a:cubicBezTo>
                      <a:pt x="35300" y="109371"/>
                      <a:pt x="32985" y="104741"/>
                      <a:pt x="30670" y="100112"/>
                    </a:cubicBezTo>
                    <a:cubicBezTo>
                      <a:pt x="28355" y="95482"/>
                      <a:pt x="27198" y="90853"/>
                      <a:pt x="24883" y="86223"/>
                    </a:cubicBezTo>
                    <a:cubicBezTo>
                      <a:pt x="16782" y="66548"/>
                      <a:pt x="12152" y="46873"/>
                      <a:pt x="9838" y="32985"/>
                    </a:cubicBezTo>
                    <a:cubicBezTo>
                      <a:pt x="8680" y="26041"/>
                      <a:pt x="8680" y="19097"/>
                      <a:pt x="8680" y="15624"/>
                    </a:cubicBezTo>
                    <a:cubicBezTo>
                      <a:pt x="8680" y="10995"/>
                      <a:pt x="8680" y="8680"/>
                      <a:pt x="8680" y="8680"/>
                    </a:cubicBezTo>
                    <a:cubicBezTo>
                      <a:pt x="8680" y="8680"/>
                      <a:pt x="24883" y="12152"/>
                      <a:pt x="41086" y="14467"/>
                    </a:cubicBezTo>
                    <a:cubicBezTo>
                      <a:pt x="54975" y="16782"/>
                      <a:pt x="71178" y="20254"/>
                      <a:pt x="71178" y="2025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970" y="6144"/>
                <a:ext cx="764" cy="616"/>
              </a:xfrm>
              <a:custGeom>
                <a:avLst/>
                <a:gdLst/>
                <a:ahLst/>
                <a:cxnLst>
                  <a:cxn ang="0">
                    <a:pos x="754" y="142"/>
                  </a:cxn>
                  <a:cxn ang="0">
                    <a:pos x="722" y="160"/>
                  </a:cxn>
                  <a:cxn ang="0">
                    <a:pos x="642" y="209"/>
                  </a:cxn>
                  <a:cxn ang="0">
                    <a:pos x="536" y="279"/>
                  </a:cxn>
                  <a:cxn ang="0">
                    <a:pos x="482" y="319"/>
                  </a:cxn>
                  <a:cxn ang="0">
                    <a:pos x="423" y="363"/>
                  </a:cxn>
                  <a:cxn ang="0">
                    <a:pos x="321" y="450"/>
                  </a:cxn>
                  <a:cxn ang="0">
                    <a:pos x="278" y="490"/>
                  </a:cxn>
                  <a:cxn ang="0">
                    <a:pos x="241" y="530"/>
                  </a:cxn>
                  <a:cxn ang="0">
                    <a:pos x="190" y="587"/>
                  </a:cxn>
                  <a:cxn ang="0">
                    <a:pos x="172" y="609"/>
                  </a:cxn>
                  <a:cxn ang="0">
                    <a:pos x="100" y="565"/>
                  </a:cxn>
                  <a:cxn ang="0">
                    <a:pos x="27" y="521"/>
                  </a:cxn>
                  <a:cxn ang="0">
                    <a:pos x="49" y="499"/>
                  </a:cxn>
                  <a:cxn ang="0">
                    <a:pos x="107" y="437"/>
                  </a:cxn>
                  <a:cxn ang="0">
                    <a:pos x="198" y="354"/>
                  </a:cxn>
                  <a:cxn ang="0">
                    <a:pos x="311" y="261"/>
                  </a:cxn>
                  <a:cxn ang="0">
                    <a:pos x="372" y="217"/>
                  </a:cxn>
                  <a:cxn ang="0">
                    <a:pos x="434" y="173"/>
                  </a:cxn>
                  <a:cxn ang="0">
                    <a:pos x="496" y="134"/>
                  </a:cxn>
                  <a:cxn ang="0">
                    <a:pos x="551" y="99"/>
                  </a:cxn>
                  <a:cxn ang="0">
                    <a:pos x="638" y="50"/>
                  </a:cxn>
                  <a:cxn ang="0">
                    <a:pos x="671" y="32"/>
                  </a:cxn>
                  <a:cxn ang="0">
                    <a:pos x="711" y="85"/>
                  </a:cxn>
                  <a:cxn ang="0">
                    <a:pos x="754" y="142"/>
                  </a:cxn>
                </a:cxnLst>
                <a:rect l="0" t="0" r="0" b="0"/>
                <a:pathLst>
                  <a:path w="243045" h="162030">
                    <a:moveTo>
                      <a:pt x="240152" y="37614"/>
                    </a:moveTo>
                    <a:cubicBezTo>
                      <a:pt x="240152" y="37614"/>
                      <a:pt x="236680" y="38771"/>
                      <a:pt x="229736" y="42244"/>
                    </a:cubicBezTo>
                    <a:cubicBezTo>
                      <a:pt x="223949" y="45716"/>
                      <a:pt x="214691" y="49188"/>
                      <a:pt x="204274" y="54975"/>
                    </a:cubicBezTo>
                    <a:cubicBezTo>
                      <a:pt x="193858" y="59604"/>
                      <a:pt x="183442" y="66548"/>
                      <a:pt x="170711" y="73492"/>
                    </a:cubicBezTo>
                    <a:cubicBezTo>
                      <a:pt x="163767" y="76964"/>
                      <a:pt x="159137" y="80437"/>
                      <a:pt x="153350" y="83909"/>
                    </a:cubicBezTo>
                    <a:cubicBezTo>
                      <a:pt x="147564" y="87381"/>
                      <a:pt x="140619" y="90853"/>
                      <a:pt x="134833" y="95482"/>
                    </a:cubicBezTo>
                    <a:cubicBezTo>
                      <a:pt x="123259" y="103584"/>
                      <a:pt x="111685" y="110528"/>
                      <a:pt x="102427" y="118629"/>
                    </a:cubicBezTo>
                    <a:cubicBezTo>
                      <a:pt x="97797" y="122101"/>
                      <a:pt x="93168" y="125574"/>
                      <a:pt x="88538" y="129046"/>
                    </a:cubicBezTo>
                    <a:cubicBezTo>
                      <a:pt x="83909" y="132518"/>
                      <a:pt x="80437" y="135990"/>
                      <a:pt x="76965" y="139462"/>
                    </a:cubicBezTo>
                    <a:cubicBezTo>
                      <a:pt x="70020" y="145249"/>
                      <a:pt x="64234" y="151035"/>
                      <a:pt x="60761" y="154508"/>
                    </a:cubicBezTo>
                    <a:cubicBezTo>
                      <a:pt x="57289" y="157980"/>
                      <a:pt x="54975" y="160294"/>
                      <a:pt x="54975" y="160294"/>
                    </a:cubicBezTo>
                    <a:cubicBezTo>
                      <a:pt x="54975" y="160294"/>
                      <a:pt x="43401" y="154508"/>
                      <a:pt x="31827" y="148721"/>
                    </a:cubicBezTo>
                    <a:cubicBezTo>
                      <a:pt x="20254" y="142934"/>
                      <a:pt x="8680" y="137147"/>
                      <a:pt x="8680" y="137147"/>
                    </a:cubicBezTo>
                    <a:cubicBezTo>
                      <a:pt x="8680" y="137147"/>
                      <a:pt x="10995" y="134832"/>
                      <a:pt x="15624" y="131360"/>
                    </a:cubicBezTo>
                    <a:cubicBezTo>
                      <a:pt x="20254" y="127888"/>
                      <a:pt x="26041" y="122101"/>
                      <a:pt x="34142" y="115157"/>
                    </a:cubicBezTo>
                    <a:cubicBezTo>
                      <a:pt x="42244" y="109371"/>
                      <a:pt x="51503" y="101269"/>
                      <a:pt x="63076" y="93167"/>
                    </a:cubicBezTo>
                    <a:cubicBezTo>
                      <a:pt x="74650" y="85066"/>
                      <a:pt x="86223" y="76964"/>
                      <a:pt x="98954" y="68863"/>
                    </a:cubicBezTo>
                    <a:cubicBezTo>
                      <a:pt x="105899" y="65391"/>
                      <a:pt x="111685" y="60761"/>
                      <a:pt x="118630" y="57289"/>
                    </a:cubicBezTo>
                    <a:cubicBezTo>
                      <a:pt x="125574" y="53817"/>
                      <a:pt x="132518" y="49188"/>
                      <a:pt x="138305" y="45716"/>
                    </a:cubicBezTo>
                    <a:cubicBezTo>
                      <a:pt x="144091" y="42244"/>
                      <a:pt x="151036" y="38771"/>
                      <a:pt x="157980" y="35299"/>
                    </a:cubicBezTo>
                    <a:cubicBezTo>
                      <a:pt x="163767" y="31827"/>
                      <a:pt x="170711" y="29513"/>
                      <a:pt x="175340" y="26041"/>
                    </a:cubicBezTo>
                    <a:cubicBezTo>
                      <a:pt x="185756" y="20254"/>
                      <a:pt x="196173" y="16782"/>
                      <a:pt x="203117" y="13310"/>
                    </a:cubicBezTo>
                    <a:cubicBezTo>
                      <a:pt x="210061" y="9837"/>
                      <a:pt x="213533" y="8680"/>
                      <a:pt x="213533" y="8680"/>
                    </a:cubicBezTo>
                    <a:cubicBezTo>
                      <a:pt x="213533" y="8680"/>
                      <a:pt x="220477" y="15624"/>
                      <a:pt x="226264" y="22569"/>
                    </a:cubicBezTo>
                    <a:cubicBezTo>
                      <a:pt x="233208" y="30670"/>
                      <a:pt x="240152" y="37614"/>
                      <a:pt x="240152" y="3761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6896" y="5781"/>
                <a:ext cx="981" cy="484"/>
              </a:xfrm>
              <a:custGeom>
                <a:avLst/>
                <a:gdLst/>
                <a:ahLst/>
                <a:cxnLst>
                  <a:cxn ang="0">
                    <a:pos x="964" y="151"/>
                  </a:cxn>
                  <a:cxn ang="0">
                    <a:pos x="924" y="160"/>
                  </a:cxn>
                  <a:cxn ang="0">
                    <a:pos x="819" y="187"/>
                  </a:cxn>
                  <a:cxn ang="0">
                    <a:pos x="746" y="204"/>
                  </a:cxn>
                  <a:cxn ang="0">
                    <a:pos x="670" y="226"/>
                  </a:cxn>
                  <a:cxn ang="0">
                    <a:pos x="506" y="279"/>
                  </a:cxn>
                  <a:cxn ang="0">
                    <a:pos x="426" y="310"/>
                  </a:cxn>
                  <a:cxn ang="0">
                    <a:pos x="350" y="341"/>
                  </a:cxn>
                  <a:cxn ang="0">
                    <a:pos x="219" y="398"/>
                  </a:cxn>
                  <a:cxn ang="0">
                    <a:pos x="128" y="442"/>
                  </a:cxn>
                  <a:cxn ang="0">
                    <a:pos x="96" y="459"/>
                  </a:cxn>
                  <a:cxn ang="0">
                    <a:pos x="59" y="407"/>
                  </a:cxn>
                  <a:cxn ang="0">
                    <a:pos x="27" y="354"/>
                  </a:cxn>
                  <a:cxn ang="0">
                    <a:pos x="63" y="336"/>
                  </a:cxn>
                  <a:cxn ang="0">
                    <a:pos x="161" y="292"/>
                  </a:cxn>
                  <a:cxn ang="0">
                    <a:pos x="303" y="235"/>
                  </a:cxn>
                  <a:cxn ang="0">
                    <a:pos x="386" y="204"/>
                  </a:cxn>
                  <a:cxn ang="0">
                    <a:pos x="474" y="173"/>
                  </a:cxn>
                  <a:cxn ang="0">
                    <a:pos x="652" y="116"/>
                  </a:cxn>
                  <a:cxn ang="0">
                    <a:pos x="812" y="72"/>
                  </a:cxn>
                  <a:cxn ang="0">
                    <a:pos x="928" y="46"/>
                  </a:cxn>
                  <a:cxn ang="0">
                    <a:pos x="961" y="37"/>
                  </a:cxn>
                  <a:cxn ang="0">
                    <a:pos x="971" y="32"/>
                  </a:cxn>
                  <a:cxn ang="0">
                    <a:pos x="971" y="50"/>
                  </a:cxn>
                  <a:cxn ang="0">
                    <a:pos x="971" y="90"/>
                  </a:cxn>
                  <a:cxn ang="0">
                    <a:pos x="964" y="151"/>
                  </a:cxn>
                </a:cxnLst>
                <a:rect l="0" t="0" r="0" b="0"/>
                <a:pathLst>
                  <a:path w="312487" h="127309">
                    <a:moveTo>
                      <a:pt x="307279" y="39929"/>
                    </a:moveTo>
                    <a:cubicBezTo>
                      <a:pt x="307279" y="39929"/>
                      <a:pt x="302650" y="41086"/>
                      <a:pt x="294548" y="42244"/>
                    </a:cubicBezTo>
                    <a:cubicBezTo>
                      <a:pt x="286447" y="43401"/>
                      <a:pt x="274873" y="46873"/>
                      <a:pt x="260985" y="49188"/>
                    </a:cubicBezTo>
                    <a:cubicBezTo>
                      <a:pt x="254041" y="50345"/>
                      <a:pt x="245939" y="52660"/>
                      <a:pt x="237838" y="53817"/>
                    </a:cubicBezTo>
                    <a:cubicBezTo>
                      <a:pt x="229736" y="56132"/>
                      <a:pt x="221635" y="58447"/>
                      <a:pt x="213533" y="59604"/>
                    </a:cubicBezTo>
                    <a:cubicBezTo>
                      <a:pt x="196173" y="63076"/>
                      <a:pt x="178812" y="68863"/>
                      <a:pt x="161452" y="73492"/>
                    </a:cubicBezTo>
                    <a:cubicBezTo>
                      <a:pt x="152193" y="75807"/>
                      <a:pt x="144091" y="79279"/>
                      <a:pt x="135990" y="81594"/>
                    </a:cubicBezTo>
                    <a:cubicBezTo>
                      <a:pt x="127888" y="83909"/>
                      <a:pt x="118630" y="86223"/>
                      <a:pt x="111685" y="89695"/>
                    </a:cubicBezTo>
                    <a:cubicBezTo>
                      <a:pt x="96640" y="95482"/>
                      <a:pt x="81594" y="100112"/>
                      <a:pt x="70020" y="104741"/>
                    </a:cubicBezTo>
                    <a:cubicBezTo>
                      <a:pt x="58447" y="109371"/>
                      <a:pt x="48031" y="112843"/>
                      <a:pt x="41086" y="116315"/>
                    </a:cubicBezTo>
                    <a:cubicBezTo>
                      <a:pt x="34142" y="118629"/>
                      <a:pt x="30670" y="120944"/>
                      <a:pt x="30670" y="120944"/>
                    </a:cubicBezTo>
                    <a:cubicBezTo>
                      <a:pt x="30670" y="120944"/>
                      <a:pt x="24883" y="114000"/>
                      <a:pt x="19097" y="107056"/>
                    </a:cubicBezTo>
                    <a:cubicBezTo>
                      <a:pt x="13310" y="100112"/>
                      <a:pt x="8680" y="93168"/>
                      <a:pt x="8680" y="93168"/>
                    </a:cubicBezTo>
                    <a:cubicBezTo>
                      <a:pt x="8680" y="93168"/>
                      <a:pt x="13310" y="92010"/>
                      <a:pt x="20254" y="88538"/>
                    </a:cubicBezTo>
                    <a:cubicBezTo>
                      <a:pt x="28355" y="86223"/>
                      <a:pt x="37614" y="81594"/>
                      <a:pt x="51503" y="76965"/>
                    </a:cubicBezTo>
                    <a:cubicBezTo>
                      <a:pt x="65391" y="72335"/>
                      <a:pt x="79279" y="66548"/>
                      <a:pt x="96640" y="61919"/>
                    </a:cubicBezTo>
                    <a:cubicBezTo>
                      <a:pt x="104741" y="59604"/>
                      <a:pt x="114000" y="56132"/>
                      <a:pt x="123259" y="53817"/>
                    </a:cubicBezTo>
                    <a:cubicBezTo>
                      <a:pt x="132518" y="51503"/>
                      <a:pt x="141777" y="48031"/>
                      <a:pt x="151036" y="45716"/>
                    </a:cubicBezTo>
                    <a:cubicBezTo>
                      <a:pt x="169553" y="39929"/>
                      <a:pt x="189229" y="35300"/>
                      <a:pt x="207746" y="30670"/>
                    </a:cubicBezTo>
                    <a:cubicBezTo>
                      <a:pt x="226264" y="26041"/>
                      <a:pt x="243625" y="22569"/>
                      <a:pt x="258670" y="19097"/>
                    </a:cubicBezTo>
                    <a:cubicBezTo>
                      <a:pt x="273716" y="15624"/>
                      <a:pt x="286447" y="13310"/>
                      <a:pt x="295706" y="12152"/>
                    </a:cubicBezTo>
                    <a:cubicBezTo>
                      <a:pt x="300335" y="10995"/>
                      <a:pt x="303807" y="10995"/>
                      <a:pt x="306122" y="9838"/>
                    </a:cubicBezTo>
                    <a:cubicBezTo>
                      <a:pt x="308437" y="9838"/>
                      <a:pt x="309594" y="8680"/>
                      <a:pt x="309594" y="8680"/>
                    </a:cubicBezTo>
                    <a:cubicBezTo>
                      <a:pt x="309594" y="8680"/>
                      <a:pt x="309594" y="10995"/>
                      <a:pt x="309594" y="13310"/>
                    </a:cubicBezTo>
                    <a:cubicBezTo>
                      <a:pt x="309594" y="15624"/>
                      <a:pt x="309594" y="20254"/>
                      <a:pt x="309594" y="23726"/>
                    </a:cubicBezTo>
                    <a:cubicBezTo>
                      <a:pt x="307279" y="32985"/>
                      <a:pt x="307279" y="39929"/>
                      <a:pt x="307279" y="39929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8171" y="5653"/>
                <a:ext cx="1163" cy="269"/>
              </a:xfrm>
              <a:custGeom>
                <a:avLst/>
                <a:gdLst/>
                <a:ahLst/>
                <a:cxnLst>
                  <a:cxn ang="0">
                    <a:pos x="1063" y="145"/>
                  </a:cxn>
                  <a:cxn ang="0">
                    <a:pos x="1015" y="145"/>
                  </a:cxn>
                  <a:cxn ang="0">
                    <a:pos x="895" y="150"/>
                  </a:cxn>
                  <a:cxn ang="0">
                    <a:pos x="815" y="154"/>
                  </a:cxn>
                  <a:cxn ang="0">
                    <a:pos x="728" y="159"/>
                  </a:cxn>
                  <a:cxn ang="0">
                    <a:pos x="536" y="177"/>
                  </a:cxn>
                  <a:cxn ang="0">
                    <a:pos x="347" y="199"/>
                  </a:cxn>
                  <a:cxn ang="0">
                    <a:pos x="183" y="226"/>
                  </a:cxn>
                  <a:cxn ang="0">
                    <a:pos x="70" y="248"/>
                  </a:cxn>
                  <a:cxn ang="0">
                    <a:pos x="38" y="253"/>
                  </a:cxn>
                  <a:cxn ang="0">
                    <a:pos x="27" y="257"/>
                  </a:cxn>
                  <a:cxn ang="0">
                    <a:pos x="30" y="199"/>
                  </a:cxn>
                  <a:cxn ang="0">
                    <a:pos x="38" y="141"/>
                  </a:cxn>
                  <a:cxn ang="0">
                    <a:pos x="85" y="132"/>
                  </a:cxn>
                  <a:cxn ang="0">
                    <a:pos x="136" y="123"/>
                  </a:cxn>
                  <a:cxn ang="0">
                    <a:pos x="205" y="114"/>
                  </a:cxn>
                  <a:cxn ang="0">
                    <a:pos x="285" y="100"/>
                  </a:cxn>
                  <a:cxn ang="0">
                    <a:pos x="376" y="87"/>
                  </a:cxn>
                  <a:cxn ang="0">
                    <a:pos x="474" y="73"/>
                  </a:cxn>
                  <a:cxn ang="0">
                    <a:pos x="576" y="65"/>
                  </a:cxn>
                  <a:cxn ang="0">
                    <a:pos x="626" y="60"/>
                  </a:cxn>
                  <a:cxn ang="0">
                    <a:pos x="677" y="56"/>
                  </a:cxn>
                  <a:cxn ang="0">
                    <a:pos x="779" y="47"/>
                  </a:cxn>
                  <a:cxn ang="0">
                    <a:pos x="957" y="38"/>
                  </a:cxn>
                  <a:cxn ang="0">
                    <a:pos x="1135" y="33"/>
                  </a:cxn>
                  <a:cxn ang="0">
                    <a:pos x="1092" y="87"/>
                  </a:cxn>
                  <a:cxn ang="0">
                    <a:pos x="1063" y="145"/>
                  </a:cxn>
                </a:cxnLst>
                <a:rect l="0" t="0" r="0" b="0"/>
                <a:pathLst>
                  <a:path w="370355" h="69441">
                    <a:moveTo>
                      <a:pt x="338528" y="37614"/>
                    </a:moveTo>
                    <a:cubicBezTo>
                      <a:pt x="338528" y="37614"/>
                      <a:pt x="332741" y="37614"/>
                      <a:pt x="323483" y="37614"/>
                    </a:cubicBezTo>
                    <a:cubicBezTo>
                      <a:pt x="314224" y="37614"/>
                      <a:pt x="301493" y="38771"/>
                      <a:pt x="285290" y="38771"/>
                    </a:cubicBezTo>
                    <a:cubicBezTo>
                      <a:pt x="277188" y="38771"/>
                      <a:pt x="269086" y="38771"/>
                      <a:pt x="259828" y="39929"/>
                    </a:cubicBezTo>
                    <a:cubicBezTo>
                      <a:pt x="250569" y="39929"/>
                      <a:pt x="241310" y="41086"/>
                      <a:pt x="232051" y="41086"/>
                    </a:cubicBezTo>
                    <a:cubicBezTo>
                      <a:pt x="212376" y="42244"/>
                      <a:pt x="191543" y="43401"/>
                      <a:pt x="170711" y="45716"/>
                    </a:cubicBezTo>
                    <a:cubicBezTo>
                      <a:pt x="149878" y="46873"/>
                      <a:pt x="130203" y="49188"/>
                      <a:pt x="110528" y="51503"/>
                    </a:cubicBezTo>
                    <a:cubicBezTo>
                      <a:pt x="92010" y="53817"/>
                      <a:pt x="73492" y="56132"/>
                      <a:pt x="58447" y="58447"/>
                    </a:cubicBezTo>
                    <a:cubicBezTo>
                      <a:pt x="43401" y="60761"/>
                      <a:pt x="30670" y="61919"/>
                      <a:pt x="22569" y="64233"/>
                    </a:cubicBezTo>
                    <a:cubicBezTo>
                      <a:pt x="17939" y="65391"/>
                      <a:pt x="14467" y="65391"/>
                      <a:pt x="12152" y="65391"/>
                    </a:cubicBezTo>
                    <a:cubicBezTo>
                      <a:pt x="9838" y="65391"/>
                      <a:pt x="8680" y="66548"/>
                      <a:pt x="8680" y="66548"/>
                    </a:cubicBezTo>
                    <a:cubicBezTo>
                      <a:pt x="8680" y="66548"/>
                      <a:pt x="8680" y="58447"/>
                      <a:pt x="9838" y="51503"/>
                    </a:cubicBezTo>
                    <a:cubicBezTo>
                      <a:pt x="10995" y="44558"/>
                      <a:pt x="12152" y="36457"/>
                      <a:pt x="12152" y="36457"/>
                    </a:cubicBezTo>
                    <a:cubicBezTo>
                      <a:pt x="12152" y="36457"/>
                      <a:pt x="17939" y="35299"/>
                      <a:pt x="27198" y="34142"/>
                    </a:cubicBezTo>
                    <a:cubicBezTo>
                      <a:pt x="31827" y="32985"/>
                      <a:pt x="37614" y="32985"/>
                      <a:pt x="43401" y="31827"/>
                    </a:cubicBezTo>
                    <a:cubicBezTo>
                      <a:pt x="50345" y="30670"/>
                      <a:pt x="57290" y="30670"/>
                      <a:pt x="65391" y="29513"/>
                    </a:cubicBezTo>
                    <a:cubicBezTo>
                      <a:pt x="73492" y="28355"/>
                      <a:pt x="81594" y="27198"/>
                      <a:pt x="90853" y="26041"/>
                    </a:cubicBezTo>
                    <a:cubicBezTo>
                      <a:pt x="100112" y="24883"/>
                      <a:pt x="110528" y="23726"/>
                      <a:pt x="119787" y="22569"/>
                    </a:cubicBezTo>
                    <a:cubicBezTo>
                      <a:pt x="130203" y="21411"/>
                      <a:pt x="140619" y="20254"/>
                      <a:pt x="151036" y="19096"/>
                    </a:cubicBezTo>
                    <a:cubicBezTo>
                      <a:pt x="161452" y="17939"/>
                      <a:pt x="173026" y="17939"/>
                      <a:pt x="183442" y="16782"/>
                    </a:cubicBezTo>
                    <a:lnTo>
                      <a:pt x="199645" y="15624"/>
                    </a:lnTo>
                    <a:cubicBezTo>
                      <a:pt x="205432" y="15624"/>
                      <a:pt x="211218" y="14467"/>
                      <a:pt x="215848" y="14467"/>
                    </a:cubicBezTo>
                    <a:cubicBezTo>
                      <a:pt x="226264" y="13310"/>
                      <a:pt x="237838" y="13310"/>
                      <a:pt x="248254" y="12152"/>
                    </a:cubicBezTo>
                    <a:cubicBezTo>
                      <a:pt x="269086" y="10995"/>
                      <a:pt x="288762" y="10995"/>
                      <a:pt x="304965" y="9837"/>
                    </a:cubicBezTo>
                    <a:cubicBezTo>
                      <a:pt x="338528" y="9837"/>
                      <a:pt x="361675" y="8680"/>
                      <a:pt x="361675" y="8680"/>
                    </a:cubicBezTo>
                    <a:cubicBezTo>
                      <a:pt x="361675" y="8680"/>
                      <a:pt x="354731" y="15624"/>
                      <a:pt x="347787" y="22569"/>
                    </a:cubicBezTo>
                    <a:cubicBezTo>
                      <a:pt x="344315" y="30670"/>
                      <a:pt x="338528" y="37614"/>
                      <a:pt x="338528" y="3761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7" name="任意多边形: 形状 92"/>
              <p:cNvSpPr/>
              <p:nvPr/>
            </p:nvSpPr>
            <p:spPr>
              <a:xfrm>
                <a:off x="5584" y="6694"/>
                <a:ext cx="519" cy="647"/>
              </a:xfrm>
              <a:custGeom>
                <a:avLst/>
                <a:gdLst/>
                <a:ahLst/>
                <a:cxnLst>
                  <a:cxn ang="0">
                    <a:pos x="499" y="105"/>
                  </a:cxn>
                  <a:cxn ang="0">
                    <a:pos x="330" y="368"/>
                  </a:cxn>
                  <a:cxn ang="0">
                    <a:pos x="296" y="467"/>
                  </a:cxn>
                  <a:cxn ang="0">
                    <a:pos x="283" y="515"/>
                  </a:cxn>
                  <a:cxn ang="0">
                    <a:pos x="274" y="558"/>
                  </a:cxn>
                  <a:cxn ang="0">
                    <a:pos x="265" y="618"/>
                  </a:cxn>
                  <a:cxn ang="0">
                    <a:pos x="265" y="644"/>
                  </a:cxn>
                  <a:cxn ang="0">
                    <a:pos x="149" y="623"/>
                  </a:cxn>
                  <a:cxn ang="0">
                    <a:pos x="32" y="597"/>
                  </a:cxn>
                  <a:cxn ang="0">
                    <a:pos x="49" y="506"/>
                  </a:cxn>
                  <a:cxn ang="0">
                    <a:pos x="75" y="411"/>
                  </a:cxn>
                  <a:cxn ang="0">
                    <a:pos x="97" y="360"/>
                  </a:cxn>
                  <a:cxn ang="0">
                    <a:pos x="105" y="334"/>
                  </a:cxn>
                  <a:cxn ang="0">
                    <a:pos x="118" y="308"/>
                  </a:cxn>
                  <a:cxn ang="0">
                    <a:pos x="144" y="256"/>
                  </a:cxn>
                  <a:cxn ang="0">
                    <a:pos x="179" y="204"/>
                  </a:cxn>
                  <a:cxn ang="0">
                    <a:pos x="244" y="114"/>
                  </a:cxn>
                  <a:cxn ang="0">
                    <a:pos x="296" y="53"/>
                  </a:cxn>
                  <a:cxn ang="0">
                    <a:pos x="317" y="32"/>
                  </a:cxn>
                  <a:cxn ang="0">
                    <a:pos x="408" y="71"/>
                  </a:cxn>
                  <a:cxn ang="0">
                    <a:pos x="499" y="105"/>
                  </a:cxn>
                </a:cxnLst>
                <a:rect l="0" t="0" r="0" b="0"/>
                <a:pathLst>
                  <a:path w="138883" h="173604">
                    <a:moveTo>
                      <a:pt x="133675" y="28355"/>
                    </a:moveTo>
                    <a:cubicBezTo>
                      <a:pt x="133675" y="28355"/>
                      <a:pt x="102426" y="63076"/>
                      <a:pt x="88538" y="98954"/>
                    </a:cubicBezTo>
                    <a:cubicBezTo>
                      <a:pt x="85066" y="108213"/>
                      <a:pt x="80437" y="117472"/>
                      <a:pt x="79279" y="125574"/>
                    </a:cubicBezTo>
                    <a:cubicBezTo>
                      <a:pt x="78122" y="130203"/>
                      <a:pt x="76964" y="133675"/>
                      <a:pt x="75807" y="138305"/>
                    </a:cubicBezTo>
                    <a:cubicBezTo>
                      <a:pt x="74650" y="141777"/>
                      <a:pt x="74650" y="146406"/>
                      <a:pt x="73492" y="149878"/>
                    </a:cubicBezTo>
                    <a:cubicBezTo>
                      <a:pt x="72335" y="156822"/>
                      <a:pt x="71178" y="162609"/>
                      <a:pt x="71178" y="166081"/>
                    </a:cubicBezTo>
                    <a:cubicBezTo>
                      <a:pt x="71178" y="170711"/>
                      <a:pt x="71178" y="173025"/>
                      <a:pt x="71178" y="173025"/>
                    </a:cubicBezTo>
                    <a:cubicBezTo>
                      <a:pt x="71178" y="173025"/>
                      <a:pt x="54975" y="169553"/>
                      <a:pt x="39929" y="167239"/>
                    </a:cubicBezTo>
                    <a:cubicBezTo>
                      <a:pt x="23726" y="163767"/>
                      <a:pt x="8680" y="160295"/>
                      <a:pt x="8680" y="160295"/>
                    </a:cubicBezTo>
                    <a:cubicBezTo>
                      <a:pt x="8680" y="160295"/>
                      <a:pt x="9837" y="151036"/>
                      <a:pt x="13310" y="135990"/>
                    </a:cubicBezTo>
                    <a:cubicBezTo>
                      <a:pt x="15624" y="129046"/>
                      <a:pt x="17939" y="119787"/>
                      <a:pt x="20254" y="110528"/>
                    </a:cubicBezTo>
                    <a:cubicBezTo>
                      <a:pt x="22569" y="105899"/>
                      <a:pt x="23726" y="101269"/>
                      <a:pt x="26041" y="96640"/>
                    </a:cubicBezTo>
                    <a:cubicBezTo>
                      <a:pt x="27198" y="94325"/>
                      <a:pt x="28355" y="92010"/>
                      <a:pt x="28355" y="89695"/>
                    </a:cubicBezTo>
                    <a:lnTo>
                      <a:pt x="31827" y="82751"/>
                    </a:lnTo>
                    <a:cubicBezTo>
                      <a:pt x="34142" y="78122"/>
                      <a:pt x="36457" y="73492"/>
                      <a:pt x="38771" y="68863"/>
                    </a:cubicBezTo>
                    <a:cubicBezTo>
                      <a:pt x="41086" y="64234"/>
                      <a:pt x="44558" y="59604"/>
                      <a:pt x="48030" y="54975"/>
                    </a:cubicBezTo>
                    <a:cubicBezTo>
                      <a:pt x="52660" y="45716"/>
                      <a:pt x="59604" y="37614"/>
                      <a:pt x="65391" y="30670"/>
                    </a:cubicBezTo>
                    <a:cubicBezTo>
                      <a:pt x="70020" y="23726"/>
                      <a:pt x="75807" y="17939"/>
                      <a:pt x="79279" y="14467"/>
                    </a:cubicBezTo>
                    <a:cubicBezTo>
                      <a:pt x="82751" y="10995"/>
                      <a:pt x="85066" y="8680"/>
                      <a:pt x="85066" y="8680"/>
                    </a:cubicBezTo>
                    <a:cubicBezTo>
                      <a:pt x="85066" y="8680"/>
                      <a:pt x="97797" y="14467"/>
                      <a:pt x="109371" y="19097"/>
                    </a:cubicBezTo>
                    <a:cubicBezTo>
                      <a:pt x="120944" y="22569"/>
                      <a:pt x="133675" y="28355"/>
                      <a:pt x="133675" y="28355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9" name="任意多边形: 形状 392"/>
            <p:cNvSpPr/>
            <p:nvPr/>
          </p:nvSpPr>
          <p:spPr>
            <a:xfrm>
              <a:off x="5398369" y="3668448"/>
              <a:ext cx="222736" cy="1697400"/>
            </a:xfrm>
            <a:custGeom>
              <a:avLst/>
              <a:gdLst/>
              <a:ahLst/>
              <a:cxnLst>
                <a:cxn ang="0">
                  <a:pos x="24618" y="1407190"/>
                </a:cxn>
                <a:cxn ang="0">
                  <a:pos x="10550" y="1407190"/>
                </a:cxn>
                <a:cxn ang="0">
                  <a:pos x="10550" y="204698"/>
                </a:cxn>
                <a:cxn ang="0">
                  <a:pos x="168110" y="12846"/>
                </a:cxn>
                <a:cxn ang="0">
                  <a:pos x="177957" y="24838"/>
                </a:cxn>
                <a:cxn ang="0">
                  <a:pos x="24618" y="211549"/>
                </a:cxn>
              </a:cxnLst>
              <a:rect l="0" t="0" r="0" b="0"/>
              <a:pathLst>
                <a:path w="150456" h="949035">
                  <a:moveTo>
                    <a:pt x="20254" y="950772"/>
                  </a:moveTo>
                  <a:lnTo>
                    <a:pt x="8680" y="950772"/>
                  </a:lnTo>
                  <a:lnTo>
                    <a:pt x="8680" y="138305"/>
                  </a:lnTo>
                  <a:lnTo>
                    <a:pt x="138305" y="8680"/>
                  </a:lnTo>
                  <a:lnTo>
                    <a:pt x="146406" y="16782"/>
                  </a:lnTo>
                  <a:lnTo>
                    <a:pt x="20254" y="1429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710959" y="5443103"/>
              <a:ext cx="2995411" cy="464807"/>
              <a:chOff x="5563" y="5653"/>
              <a:chExt cx="7608" cy="3397"/>
            </a:xfrm>
            <a:solidFill>
              <a:schemeClr val="accent1"/>
            </a:solidFill>
          </p:grpSpPr>
          <p:sp>
            <p:nvSpPr>
              <p:cNvPr id="27" name="任意多边形: 形状 83"/>
              <p:cNvSpPr/>
              <p:nvPr/>
            </p:nvSpPr>
            <p:spPr>
              <a:xfrm>
                <a:off x="12609" y="6731"/>
                <a:ext cx="562" cy="605"/>
              </a:xfrm>
              <a:custGeom>
                <a:avLst/>
                <a:gdLst/>
                <a:ahLst/>
                <a:cxnLst>
                  <a:cxn ang="0">
                    <a:pos x="304" y="568"/>
                  </a:cxn>
                  <a:cxn ang="0">
                    <a:pos x="287" y="481"/>
                  </a:cxn>
                  <a:cxn ang="0">
                    <a:pos x="261" y="395"/>
                  </a:cxn>
                  <a:cxn ang="0">
                    <a:pos x="239" y="347"/>
                  </a:cxn>
                  <a:cxn ang="0">
                    <a:pos x="231" y="321"/>
                  </a:cxn>
                  <a:cxn ang="0">
                    <a:pos x="218" y="296"/>
                  </a:cxn>
                  <a:cxn ang="0">
                    <a:pos x="192" y="244"/>
                  </a:cxn>
                  <a:cxn ang="0">
                    <a:pos x="162" y="196"/>
                  </a:cxn>
                  <a:cxn ang="0">
                    <a:pos x="101" y="114"/>
                  </a:cxn>
                  <a:cxn ang="0">
                    <a:pos x="54" y="54"/>
                  </a:cxn>
                  <a:cxn ang="0">
                    <a:pos x="32" y="32"/>
                  </a:cxn>
                  <a:cxn ang="0">
                    <a:pos x="162" y="32"/>
                  </a:cxn>
                  <a:cxn ang="0">
                    <a:pos x="291" y="36"/>
                  </a:cxn>
                  <a:cxn ang="0">
                    <a:pos x="296" y="41"/>
                  </a:cxn>
                  <a:cxn ang="0">
                    <a:pos x="309" y="58"/>
                  </a:cxn>
                  <a:cxn ang="0">
                    <a:pos x="356" y="123"/>
                  </a:cxn>
                  <a:cxn ang="0">
                    <a:pos x="417" y="213"/>
                  </a:cxn>
                  <a:cxn ang="0">
                    <a:pos x="469" y="317"/>
                  </a:cxn>
                  <a:cxn ang="0">
                    <a:pos x="507" y="425"/>
                  </a:cxn>
                  <a:cxn ang="0">
                    <a:pos x="520" y="473"/>
                  </a:cxn>
                  <a:cxn ang="0">
                    <a:pos x="529" y="516"/>
                  </a:cxn>
                  <a:cxn ang="0">
                    <a:pos x="538" y="581"/>
                  </a:cxn>
                  <a:cxn ang="0">
                    <a:pos x="538" y="607"/>
                  </a:cxn>
                  <a:cxn ang="0">
                    <a:pos x="417" y="585"/>
                  </a:cxn>
                  <a:cxn ang="0">
                    <a:pos x="304" y="568"/>
                  </a:cxn>
                </a:cxnLst>
                <a:rect l="0" t="0" r="0" b="0"/>
                <a:pathLst>
                  <a:path w="150456" h="162030">
                    <a:moveTo>
                      <a:pt x="81594" y="152193"/>
                    </a:moveTo>
                    <a:cubicBezTo>
                      <a:pt x="81594" y="152193"/>
                      <a:pt x="80437" y="142934"/>
                      <a:pt x="76964" y="129046"/>
                    </a:cubicBezTo>
                    <a:cubicBezTo>
                      <a:pt x="74650" y="122102"/>
                      <a:pt x="72335" y="114000"/>
                      <a:pt x="70020" y="105899"/>
                    </a:cubicBezTo>
                    <a:cubicBezTo>
                      <a:pt x="67706" y="101269"/>
                      <a:pt x="66548" y="97797"/>
                      <a:pt x="64233" y="93168"/>
                    </a:cubicBezTo>
                    <a:cubicBezTo>
                      <a:pt x="63076" y="90853"/>
                      <a:pt x="61919" y="88538"/>
                      <a:pt x="61919" y="86224"/>
                    </a:cubicBezTo>
                    <a:lnTo>
                      <a:pt x="58447" y="79279"/>
                    </a:lnTo>
                    <a:cubicBezTo>
                      <a:pt x="56132" y="74650"/>
                      <a:pt x="53817" y="70020"/>
                      <a:pt x="51503" y="65391"/>
                    </a:cubicBezTo>
                    <a:cubicBezTo>
                      <a:pt x="49188" y="60761"/>
                      <a:pt x="45716" y="57290"/>
                      <a:pt x="43401" y="52660"/>
                    </a:cubicBezTo>
                    <a:cubicBezTo>
                      <a:pt x="38772" y="44558"/>
                      <a:pt x="31827" y="36457"/>
                      <a:pt x="27198" y="30670"/>
                    </a:cubicBezTo>
                    <a:cubicBezTo>
                      <a:pt x="22569" y="23726"/>
                      <a:pt x="17939" y="19097"/>
                      <a:pt x="14467" y="14467"/>
                    </a:cubicBezTo>
                    <a:cubicBezTo>
                      <a:pt x="10995" y="10995"/>
                      <a:pt x="8680" y="8680"/>
                      <a:pt x="8680" y="8680"/>
                    </a:cubicBezTo>
                    <a:cubicBezTo>
                      <a:pt x="8680" y="8680"/>
                      <a:pt x="26041" y="8680"/>
                      <a:pt x="43401" y="8680"/>
                    </a:cubicBezTo>
                    <a:cubicBezTo>
                      <a:pt x="60761" y="8680"/>
                      <a:pt x="78122" y="9838"/>
                      <a:pt x="78122" y="9838"/>
                    </a:cubicBezTo>
                    <a:cubicBezTo>
                      <a:pt x="78122" y="9838"/>
                      <a:pt x="78122" y="9838"/>
                      <a:pt x="79279" y="10995"/>
                    </a:cubicBezTo>
                    <a:cubicBezTo>
                      <a:pt x="80437" y="12152"/>
                      <a:pt x="81594" y="13310"/>
                      <a:pt x="82751" y="15624"/>
                    </a:cubicBezTo>
                    <a:cubicBezTo>
                      <a:pt x="86224" y="20254"/>
                      <a:pt x="90853" y="26041"/>
                      <a:pt x="95482" y="32985"/>
                    </a:cubicBezTo>
                    <a:cubicBezTo>
                      <a:pt x="101269" y="39929"/>
                      <a:pt x="105898" y="48031"/>
                      <a:pt x="111685" y="57290"/>
                    </a:cubicBezTo>
                    <a:cubicBezTo>
                      <a:pt x="116315" y="66548"/>
                      <a:pt x="122101" y="75807"/>
                      <a:pt x="125574" y="85066"/>
                    </a:cubicBezTo>
                    <a:cubicBezTo>
                      <a:pt x="129046" y="94325"/>
                      <a:pt x="133675" y="104741"/>
                      <a:pt x="135990" y="114000"/>
                    </a:cubicBezTo>
                    <a:cubicBezTo>
                      <a:pt x="137147" y="118629"/>
                      <a:pt x="138305" y="123259"/>
                      <a:pt x="139462" y="126731"/>
                    </a:cubicBezTo>
                    <a:cubicBezTo>
                      <a:pt x="140619" y="131361"/>
                      <a:pt x="140619" y="134833"/>
                      <a:pt x="141777" y="138305"/>
                    </a:cubicBezTo>
                    <a:cubicBezTo>
                      <a:pt x="142934" y="145249"/>
                      <a:pt x="144092" y="152193"/>
                      <a:pt x="144092" y="155665"/>
                    </a:cubicBezTo>
                    <a:cubicBezTo>
                      <a:pt x="144092" y="160295"/>
                      <a:pt x="144092" y="162609"/>
                      <a:pt x="144092" y="162609"/>
                    </a:cubicBezTo>
                    <a:cubicBezTo>
                      <a:pt x="144092" y="162609"/>
                      <a:pt x="127888" y="160295"/>
                      <a:pt x="111685" y="156822"/>
                    </a:cubicBezTo>
                    <a:cubicBezTo>
                      <a:pt x="97797" y="154508"/>
                      <a:pt x="81594" y="152193"/>
                      <a:pt x="81594" y="152193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8" name="任意多边形: 形状 80"/>
              <p:cNvSpPr/>
              <p:nvPr/>
            </p:nvSpPr>
            <p:spPr>
              <a:xfrm>
                <a:off x="9430" y="5653"/>
                <a:ext cx="1237" cy="269"/>
              </a:xfrm>
              <a:custGeom>
                <a:avLst/>
                <a:gdLst/>
                <a:ahLst/>
                <a:cxnLst>
                  <a:cxn ang="0">
                    <a:pos x="1075" y="239"/>
                  </a:cxn>
                  <a:cxn ang="0">
                    <a:pos x="1031" y="230"/>
                  </a:cxn>
                  <a:cxn ang="0">
                    <a:pos x="980" y="221"/>
                  </a:cxn>
                  <a:cxn ang="0">
                    <a:pos x="915" y="212"/>
                  </a:cxn>
                  <a:cxn ang="0">
                    <a:pos x="838" y="199"/>
                  </a:cxn>
                  <a:cxn ang="0">
                    <a:pos x="751" y="190"/>
                  </a:cxn>
                  <a:cxn ang="0">
                    <a:pos x="656" y="177"/>
                  </a:cxn>
                  <a:cxn ang="0">
                    <a:pos x="558" y="168"/>
                  </a:cxn>
                  <a:cxn ang="0">
                    <a:pos x="460" y="159"/>
                  </a:cxn>
                  <a:cxn ang="0">
                    <a:pos x="365" y="154"/>
                  </a:cxn>
                  <a:cxn ang="0">
                    <a:pos x="194" y="145"/>
                  </a:cxn>
                  <a:cxn ang="0">
                    <a:pos x="27" y="141"/>
                  </a:cxn>
                  <a:cxn ang="0">
                    <a:pos x="70" y="87"/>
                  </a:cxn>
                  <a:cxn ang="0">
                    <a:pos x="118" y="33"/>
                  </a:cxn>
                  <a:cxn ang="0">
                    <a:pos x="165" y="33"/>
                  </a:cxn>
                  <a:cxn ang="0">
                    <a:pos x="292" y="38"/>
                  </a:cxn>
                  <a:cxn ang="0">
                    <a:pos x="376" y="42"/>
                  </a:cxn>
                  <a:cxn ang="0">
                    <a:pos x="471" y="47"/>
                  </a:cxn>
                  <a:cxn ang="0">
                    <a:pos x="674" y="65"/>
                  </a:cxn>
                  <a:cxn ang="0">
                    <a:pos x="1213" y="145"/>
                  </a:cxn>
                  <a:cxn ang="0">
                    <a:pos x="1191" y="159"/>
                  </a:cxn>
                  <a:cxn ang="0">
                    <a:pos x="1140" y="190"/>
                  </a:cxn>
                  <a:cxn ang="0">
                    <a:pos x="1075" y="239"/>
                  </a:cxn>
                </a:cxnLst>
                <a:rect l="0" t="0" r="0" b="0"/>
                <a:pathLst>
                  <a:path w="393502" h="69441">
                    <a:moveTo>
                      <a:pt x="342000" y="61919"/>
                    </a:moveTo>
                    <a:cubicBezTo>
                      <a:pt x="342000" y="61919"/>
                      <a:pt x="337371" y="60761"/>
                      <a:pt x="328112" y="59604"/>
                    </a:cubicBezTo>
                    <a:cubicBezTo>
                      <a:pt x="323482" y="58447"/>
                      <a:pt x="318853" y="58447"/>
                      <a:pt x="311909" y="57289"/>
                    </a:cubicBezTo>
                    <a:cubicBezTo>
                      <a:pt x="306122" y="56132"/>
                      <a:pt x="299178" y="56132"/>
                      <a:pt x="291076" y="54975"/>
                    </a:cubicBezTo>
                    <a:cubicBezTo>
                      <a:pt x="282975" y="53817"/>
                      <a:pt x="274873" y="52660"/>
                      <a:pt x="266772" y="51503"/>
                    </a:cubicBezTo>
                    <a:cubicBezTo>
                      <a:pt x="257513" y="50345"/>
                      <a:pt x="248254" y="49188"/>
                      <a:pt x="238995" y="49188"/>
                    </a:cubicBezTo>
                    <a:cubicBezTo>
                      <a:pt x="229736" y="48030"/>
                      <a:pt x="219320" y="46873"/>
                      <a:pt x="208904" y="45716"/>
                    </a:cubicBezTo>
                    <a:cubicBezTo>
                      <a:pt x="198487" y="44558"/>
                      <a:pt x="188071" y="44558"/>
                      <a:pt x="177655" y="43401"/>
                    </a:cubicBezTo>
                    <a:cubicBezTo>
                      <a:pt x="167239" y="42244"/>
                      <a:pt x="156822" y="42244"/>
                      <a:pt x="146406" y="41086"/>
                    </a:cubicBezTo>
                    <a:cubicBezTo>
                      <a:pt x="135990" y="39929"/>
                      <a:pt x="125574" y="39929"/>
                      <a:pt x="116315" y="39929"/>
                    </a:cubicBezTo>
                    <a:cubicBezTo>
                      <a:pt x="96640" y="38771"/>
                      <a:pt x="78122" y="38771"/>
                      <a:pt x="61919" y="37614"/>
                    </a:cubicBezTo>
                    <a:cubicBezTo>
                      <a:pt x="30670" y="37614"/>
                      <a:pt x="8680" y="36457"/>
                      <a:pt x="8680" y="36457"/>
                    </a:cubicBezTo>
                    <a:cubicBezTo>
                      <a:pt x="8680" y="36457"/>
                      <a:pt x="15624" y="29513"/>
                      <a:pt x="22569" y="22569"/>
                    </a:cubicBezTo>
                    <a:cubicBezTo>
                      <a:pt x="29513" y="15624"/>
                      <a:pt x="37614" y="8680"/>
                      <a:pt x="37614" y="8680"/>
                    </a:cubicBezTo>
                    <a:cubicBezTo>
                      <a:pt x="37614" y="8680"/>
                      <a:pt x="43401" y="8680"/>
                      <a:pt x="52660" y="8680"/>
                    </a:cubicBezTo>
                    <a:cubicBezTo>
                      <a:pt x="63076" y="8680"/>
                      <a:pt x="76964" y="8680"/>
                      <a:pt x="93168" y="9837"/>
                    </a:cubicBezTo>
                    <a:cubicBezTo>
                      <a:pt x="101269" y="9837"/>
                      <a:pt x="110528" y="9837"/>
                      <a:pt x="119787" y="10995"/>
                    </a:cubicBezTo>
                    <a:cubicBezTo>
                      <a:pt x="129046" y="10995"/>
                      <a:pt x="139462" y="12152"/>
                      <a:pt x="149878" y="12152"/>
                    </a:cubicBezTo>
                    <a:cubicBezTo>
                      <a:pt x="170711" y="13310"/>
                      <a:pt x="192701" y="15624"/>
                      <a:pt x="214691" y="16782"/>
                    </a:cubicBezTo>
                    <a:cubicBezTo>
                      <a:pt x="302650" y="23726"/>
                      <a:pt x="385980" y="37614"/>
                      <a:pt x="385980" y="37614"/>
                    </a:cubicBezTo>
                    <a:cubicBezTo>
                      <a:pt x="385980" y="37614"/>
                      <a:pt x="382508" y="38771"/>
                      <a:pt x="379036" y="41086"/>
                    </a:cubicBezTo>
                    <a:cubicBezTo>
                      <a:pt x="374406" y="43401"/>
                      <a:pt x="368620" y="45716"/>
                      <a:pt x="362833" y="49188"/>
                    </a:cubicBezTo>
                    <a:cubicBezTo>
                      <a:pt x="353574" y="56132"/>
                      <a:pt x="342000" y="61919"/>
                      <a:pt x="342000" y="61919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9" name="任意多边形: 形状 81"/>
              <p:cNvSpPr/>
              <p:nvPr/>
            </p:nvSpPr>
            <p:spPr>
              <a:xfrm>
                <a:off x="10806" y="5805"/>
                <a:ext cx="1127" cy="439"/>
              </a:xfrm>
              <a:custGeom>
                <a:avLst/>
                <a:gdLst/>
                <a:ahLst/>
                <a:cxnLst>
                  <a:cxn ang="0">
                    <a:pos x="910" y="406"/>
                  </a:cxn>
                  <a:cxn ang="0">
                    <a:pos x="877" y="388"/>
                  </a:cxn>
                  <a:cxn ang="0">
                    <a:pos x="787" y="349"/>
                  </a:cxn>
                  <a:cxn ang="0">
                    <a:pos x="652" y="296"/>
                  </a:cxn>
                  <a:cxn ang="0">
                    <a:pos x="576" y="265"/>
                  </a:cxn>
                  <a:cxn ang="0">
                    <a:pos x="492" y="239"/>
                  </a:cxn>
                  <a:cxn ang="0">
                    <a:pos x="452" y="226"/>
                  </a:cxn>
                  <a:cxn ang="0">
                    <a:pos x="408" y="212"/>
                  </a:cxn>
                  <a:cxn ang="0">
                    <a:pos x="325" y="186"/>
                  </a:cxn>
                  <a:cxn ang="0">
                    <a:pos x="176" y="147"/>
                  </a:cxn>
                  <a:cxn ang="0">
                    <a:pos x="67" y="120"/>
                  </a:cxn>
                  <a:cxn ang="0">
                    <a:pos x="27" y="111"/>
                  </a:cxn>
                  <a:cxn ang="0">
                    <a:pos x="103" y="72"/>
                  </a:cxn>
                  <a:cxn ang="0">
                    <a:pos x="183" y="32"/>
                  </a:cxn>
                  <a:cxn ang="0">
                    <a:pos x="227" y="41"/>
                  </a:cxn>
                  <a:cxn ang="0">
                    <a:pos x="339" y="72"/>
                  </a:cxn>
                  <a:cxn ang="0">
                    <a:pos x="416" y="94"/>
                  </a:cxn>
                  <a:cxn ang="0">
                    <a:pos x="499" y="120"/>
                  </a:cxn>
                  <a:cxn ang="0">
                    <a:pos x="674" y="177"/>
                  </a:cxn>
                  <a:cxn ang="0">
                    <a:pos x="761" y="208"/>
                  </a:cxn>
                  <a:cxn ang="0">
                    <a:pos x="845" y="239"/>
                  </a:cxn>
                  <a:cxn ang="0">
                    <a:pos x="987" y="300"/>
                  </a:cxn>
                  <a:cxn ang="0">
                    <a:pos x="1081" y="344"/>
                  </a:cxn>
                  <a:cxn ang="0">
                    <a:pos x="1117" y="362"/>
                  </a:cxn>
                  <a:cxn ang="0">
                    <a:pos x="1019" y="384"/>
                  </a:cxn>
                  <a:cxn ang="0">
                    <a:pos x="950" y="401"/>
                  </a:cxn>
                  <a:cxn ang="0">
                    <a:pos x="910" y="406"/>
                  </a:cxn>
                </a:cxnLst>
                <a:rect l="0" t="0" r="0" b="0"/>
                <a:pathLst>
                  <a:path w="358781" h="115736">
                    <a:moveTo>
                      <a:pt x="289919" y="107056"/>
                    </a:moveTo>
                    <a:cubicBezTo>
                      <a:pt x="289919" y="107056"/>
                      <a:pt x="286447" y="105898"/>
                      <a:pt x="279503" y="102426"/>
                    </a:cubicBezTo>
                    <a:cubicBezTo>
                      <a:pt x="272558" y="100112"/>
                      <a:pt x="263300" y="95482"/>
                      <a:pt x="250569" y="92010"/>
                    </a:cubicBezTo>
                    <a:cubicBezTo>
                      <a:pt x="237838" y="87381"/>
                      <a:pt x="223949" y="82751"/>
                      <a:pt x="207746" y="78122"/>
                    </a:cubicBezTo>
                    <a:cubicBezTo>
                      <a:pt x="199645" y="75807"/>
                      <a:pt x="191543" y="73492"/>
                      <a:pt x="183442" y="70020"/>
                    </a:cubicBezTo>
                    <a:cubicBezTo>
                      <a:pt x="174183" y="67706"/>
                      <a:pt x="166081" y="65391"/>
                      <a:pt x="156822" y="63076"/>
                    </a:cubicBezTo>
                    <a:lnTo>
                      <a:pt x="144092" y="59604"/>
                    </a:lnTo>
                    <a:cubicBezTo>
                      <a:pt x="139462" y="58447"/>
                      <a:pt x="134832" y="57289"/>
                      <a:pt x="130203" y="56132"/>
                    </a:cubicBezTo>
                    <a:cubicBezTo>
                      <a:pt x="120944" y="53817"/>
                      <a:pt x="112843" y="51503"/>
                      <a:pt x="103584" y="49188"/>
                    </a:cubicBezTo>
                    <a:cubicBezTo>
                      <a:pt x="86224" y="45716"/>
                      <a:pt x="70020" y="41086"/>
                      <a:pt x="56132" y="38771"/>
                    </a:cubicBezTo>
                    <a:cubicBezTo>
                      <a:pt x="42244" y="36457"/>
                      <a:pt x="29513" y="34142"/>
                      <a:pt x="21411" y="31827"/>
                    </a:cubicBezTo>
                    <a:cubicBezTo>
                      <a:pt x="13310" y="29513"/>
                      <a:pt x="8680" y="29513"/>
                      <a:pt x="8680" y="29513"/>
                    </a:cubicBezTo>
                    <a:cubicBezTo>
                      <a:pt x="8680" y="29513"/>
                      <a:pt x="21411" y="23726"/>
                      <a:pt x="32985" y="19096"/>
                    </a:cubicBezTo>
                    <a:cubicBezTo>
                      <a:pt x="45716" y="14467"/>
                      <a:pt x="58447" y="8680"/>
                      <a:pt x="58447" y="8680"/>
                    </a:cubicBezTo>
                    <a:cubicBezTo>
                      <a:pt x="58447" y="8680"/>
                      <a:pt x="63076" y="9837"/>
                      <a:pt x="72335" y="10995"/>
                    </a:cubicBezTo>
                    <a:cubicBezTo>
                      <a:pt x="81594" y="12152"/>
                      <a:pt x="94325" y="15624"/>
                      <a:pt x="108213" y="19096"/>
                    </a:cubicBezTo>
                    <a:cubicBezTo>
                      <a:pt x="115158" y="20254"/>
                      <a:pt x="123259" y="22569"/>
                      <a:pt x="132518" y="24883"/>
                    </a:cubicBezTo>
                    <a:cubicBezTo>
                      <a:pt x="140619" y="27198"/>
                      <a:pt x="149878" y="29513"/>
                      <a:pt x="159137" y="31827"/>
                    </a:cubicBezTo>
                    <a:cubicBezTo>
                      <a:pt x="177655" y="36457"/>
                      <a:pt x="196173" y="42244"/>
                      <a:pt x="214690" y="46873"/>
                    </a:cubicBezTo>
                    <a:cubicBezTo>
                      <a:pt x="223949" y="49188"/>
                      <a:pt x="233208" y="52660"/>
                      <a:pt x="242467" y="54975"/>
                    </a:cubicBezTo>
                    <a:cubicBezTo>
                      <a:pt x="251726" y="57289"/>
                      <a:pt x="260985" y="60761"/>
                      <a:pt x="269086" y="63076"/>
                    </a:cubicBezTo>
                    <a:cubicBezTo>
                      <a:pt x="285289" y="68863"/>
                      <a:pt x="301492" y="73492"/>
                      <a:pt x="314223" y="79279"/>
                    </a:cubicBezTo>
                    <a:cubicBezTo>
                      <a:pt x="326954" y="83909"/>
                      <a:pt x="337371" y="88538"/>
                      <a:pt x="344315" y="90853"/>
                    </a:cubicBezTo>
                    <a:cubicBezTo>
                      <a:pt x="351259" y="94325"/>
                      <a:pt x="355889" y="95482"/>
                      <a:pt x="355889" y="95482"/>
                    </a:cubicBezTo>
                    <a:cubicBezTo>
                      <a:pt x="355889" y="95482"/>
                      <a:pt x="339686" y="98954"/>
                      <a:pt x="324640" y="101269"/>
                    </a:cubicBezTo>
                    <a:cubicBezTo>
                      <a:pt x="316538" y="102426"/>
                      <a:pt x="309594" y="104741"/>
                      <a:pt x="302650" y="105898"/>
                    </a:cubicBezTo>
                    <a:cubicBezTo>
                      <a:pt x="293391" y="105898"/>
                      <a:pt x="289919" y="107056"/>
                      <a:pt x="289919" y="107056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0" name="任意多边形: 形状 82"/>
              <p:cNvSpPr/>
              <p:nvPr/>
            </p:nvSpPr>
            <p:spPr>
              <a:xfrm>
                <a:off x="11918" y="6175"/>
                <a:ext cx="872" cy="529"/>
              </a:xfrm>
              <a:custGeom>
                <a:avLst/>
                <a:gdLst/>
                <a:ahLst/>
                <a:cxnLst>
                  <a:cxn ang="0">
                    <a:pos x="641" y="531"/>
                  </a:cxn>
                  <a:cxn ang="0">
                    <a:pos x="564" y="451"/>
                  </a:cxn>
                  <a:cxn ang="0">
                    <a:pos x="477" y="372"/>
                  </a:cxn>
                  <a:cxn ang="0">
                    <a:pos x="368" y="288"/>
                  </a:cxn>
                  <a:cxn ang="0">
                    <a:pos x="143" y="138"/>
                  </a:cxn>
                  <a:cxn ang="0">
                    <a:pos x="59" y="90"/>
                  </a:cxn>
                  <a:cxn ang="0">
                    <a:pos x="27" y="72"/>
                  </a:cxn>
                  <a:cxn ang="0">
                    <a:pos x="128" y="50"/>
                  </a:cxn>
                  <a:cxn ang="0">
                    <a:pos x="230" y="33"/>
                  </a:cxn>
                  <a:cxn ang="0">
                    <a:pos x="263" y="50"/>
                  </a:cxn>
                  <a:cxn ang="0">
                    <a:pos x="346" y="103"/>
                  </a:cxn>
                  <a:cxn ang="0">
                    <a:pos x="459" y="178"/>
                  </a:cxn>
                  <a:cxn ang="0">
                    <a:pos x="517" y="222"/>
                  </a:cxn>
                  <a:cxn ang="0">
                    <a:pos x="579" y="266"/>
                  </a:cxn>
                  <a:cxn ang="0">
                    <a:pos x="688" y="359"/>
                  </a:cxn>
                  <a:cxn ang="0">
                    <a:pos x="735" y="403"/>
                  </a:cxn>
                  <a:cxn ang="0">
                    <a:pos x="775" y="443"/>
                  </a:cxn>
                  <a:cxn ang="0">
                    <a:pos x="830" y="504"/>
                  </a:cxn>
                  <a:cxn ang="0">
                    <a:pos x="848" y="526"/>
                  </a:cxn>
                  <a:cxn ang="0">
                    <a:pos x="739" y="526"/>
                  </a:cxn>
                  <a:cxn ang="0">
                    <a:pos x="641" y="531"/>
                  </a:cxn>
                </a:cxnLst>
                <a:rect l="0" t="0" r="0" b="0"/>
                <a:pathLst>
                  <a:path w="277766" h="138883">
                    <a:moveTo>
                      <a:pt x="204274" y="139462"/>
                    </a:moveTo>
                    <a:cubicBezTo>
                      <a:pt x="204274" y="139462"/>
                      <a:pt x="195015" y="131361"/>
                      <a:pt x="179969" y="118629"/>
                    </a:cubicBezTo>
                    <a:cubicBezTo>
                      <a:pt x="171868" y="112843"/>
                      <a:pt x="163767" y="105899"/>
                      <a:pt x="152193" y="97797"/>
                    </a:cubicBezTo>
                    <a:cubicBezTo>
                      <a:pt x="141777" y="90853"/>
                      <a:pt x="130203" y="82751"/>
                      <a:pt x="117472" y="75807"/>
                    </a:cubicBezTo>
                    <a:cubicBezTo>
                      <a:pt x="93167" y="60761"/>
                      <a:pt x="66548" y="46873"/>
                      <a:pt x="45716" y="36457"/>
                    </a:cubicBezTo>
                    <a:cubicBezTo>
                      <a:pt x="35299" y="30670"/>
                      <a:pt x="26041" y="27198"/>
                      <a:pt x="19096" y="23726"/>
                    </a:cubicBezTo>
                    <a:cubicBezTo>
                      <a:pt x="13310" y="20254"/>
                      <a:pt x="8680" y="19097"/>
                      <a:pt x="8680" y="19097"/>
                    </a:cubicBezTo>
                    <a:cubicBezTo>
                      <a:pt x="8680" y="19097"/>
                      <a:pt x="24883" y="16782"/>
                      <a:pt x="41086" y="13310"/>
                    </a:cubicBezTo>
                    <a:cubicBezTo>
                      <a:pt x="57290" y="10995"/>
                      <a:pt x="73492" y="8680"/>
                      <a:pt x="73492" y="8680"/>
                    </a:cubicBezTo>
                    <a:cubicBezTo>
                      <a:pt x="73492" y="8680"/>
                      <a:pt x="76964" y="10995"/>
                      <a:pt x="83909" y="13310"/>
                    </a:cubicBezTo>
                    <a:cubicBezTo>
                      <a:pt x="90853" y="16782"/>
                      <a:pt x="98954" y="21411"/>
                      <a:pt x="110528" y="27198"/>
                    </a:cubicBezTo>
                    <a:cubicBezTo>
                      <a:pt x="122101" y="32985"/>
                      <a:pt x="133675" y="39929"/>
                      <a:pt x="146406" y="46873"/>
                    </a:cubicBezTo>
                    <a:cubicBezTo>
                      <a:pt x="153350" y="50345"/>
                      <a:pt x="159137" y="54975"/>
                      <a:pt x="164924" y="58447"/>
                    </a:cubicBezTo>
                    <a:cubicBezTo>
                      <a:pt x="170711" y="61919"/>
                      <a:pt x="177655" y="66548"/>
                      <a:pt x="184599" y="70020"/>
                    </a:cubicBezTo>
                    <a:cubicBezTo>
                      <a:pt x="196173" y="78122"/>
                      <a:pt x="208904" y="86224"/>
                      <a:pt x="219320" y="94325"/>
                    </a:cubicBezTo>
                    <a:cubicBezTo>
                      <a:pt x="225107" y="97797"/>
                      <a:pt x="229736" y="102427"/>
                      <a:pt x="234366" y="105899"/>
                    </a:cubicBezTo>
                    <a:cubicBezTo>
                      <a:pt x="238995" y="109371"/>
                      <a:pt x="242467" y="112843"/>
                      <a:pt x="247097" y="116315"/>
                    </a:cubicBezTo>
                    <a:cubicBezTo>
                      <a:pt x="255198" y="123259"/>
                      <a:pt x="260985" y="127888"/>
                      <a:pt x="264457" y="132518"/>
                    </a:cubicBezTo>
                    <a:cubicBezTo>
                      <a:pt x="267929" y="135990"/>
                      <a:pt x="270244" y="138305"/>
                      <a:pt x="270244" y="138305"/>
                    </a:cubicBezTo>
                    <a:cubicBezTo>
                      <a:pt x="270244" y="138305"/>
                      <a:pt x="252883" y="138305"/>
                      <a:pt x="235523" y="138305"/>
                    </a:cubicBezTo>
                    <a:cubicBezTo>
                      <a:pt x="221635" y="139462"/>
                      <a:pt x="204274" y="139462"/>
                      <a:pt x="204274" y="13946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1" name="任意多边形: 形状 84"/>
              <p:cNvSpPr/>
              <p:nvPr/>
            </p:nvSpPr>
            <p:spPr>
              <a:xfrm>
                <a:off x="12691" y="7320"/>
                <a:ext cx="401" cy="661"/>
              </a:xfrm>
              <a:custGeom>
                <a:avLst/>
                <a:gdLst/>
                <a:ahLst/>
                <a:cxnLst>
                  <a:cxn ang="0">
                    <a:pos x="27" y="592"/>
                  </a:cxn>
                  <a:cxn ang="0">
                    <a:pos x="41" y="570"/>
                  </a:cxn>
                  <a:cxn ang="0">
                    <a:pos x="78" y="508"/>
                  </a:cxn>
                  <a:cxn ang="0">
                    <a:pos x="122" y="420"/>
                  </a:cxn>
                  <a:cxn ang="0">
                    <a:pos x="143" y="372"/>
                  </a:cxn>
                  <a:cxn ang="0">
                    <a:pos x="162" y="319"/>
                  </a:cxn>
                  <a:cxn ang="0">
                    <a:pos x="205" y="125"/>
                  </a:cxn>
                  <a:cxn ang="0">
                    <a:pos x="209" y="59"/>
                  </a:cxn>
                  <a:cxn ang="0">
                    <a:pos x="209" y="33"/>
                  </a:cxn>
                  <a:cxn ang="0">
                    <a:pos x="308" y="55"/>
                  </a:cxn>
                  <a:cxn ang="0">
                    <a:pos x="406" y="81"/>
                  </a:cxn>
                  <a:cxn ang="0">
                    <a:pos x="406" y="107"/>
                  </a:cxn>
                  <a:cxn ang="0">
                    <a:pos x="395" y="174"/>
                  </a:cxn>
                  <a:cxn ang="0">
                    <a:pos x="340" y="376"/>
                  </a:cxn>
                  <a:cxn ang="0">
                    <a:pos x="293" y="482"/>
                  </a:cxn>
                  <a:cxn ang="0">
                    <a:pos x="242" y="575"/>
                  </a:cxn>
                  <a:cxn ang="0">
                    <a:pos x="202" y="636"/>
                  </a:cxn>
                  <a:cxn ang="0">
                    <a:pos x="184" y="658"/>
                  </a:cxn>
                  <a:cxn ang="0">
                    <a:pos x="107" y="619"/>
                  </a:cxn>
                  <a:cxn ang="0">
                    <a:pos x="52" y="592"/>
                  </a:cxn>
                  <a:cxn ang="0">
                    <a:pos x="27" y="592"/>
                  </a:cxn>
                </a:cxnLst>
                <a:rect l="0" t="0" r="0" b="0"/>
                <a:pathLst>
                  <a:path w="127309" h="173604">
                    <a:moveTo>
                      <a:pt x="8680" y="155665"/>
                    </a:moveTo>
                    <a:cubicBezTo>
                      <a:pt x="8680" y="155665"/>
                      <a:pt x="9838" y="153350"/>
                      <a:pt x="13310" y="149878"/>
                    </a:cubicBezTo>
                    <a:cubicBezTo>
                      <a:pt x="15624" y="146406"/>
                      <a:pt x="21411" y="140619"/>
                      <a:pt x="24883" y="133675"/>
                    </a:cubicBezTo>
                    <a:cubicBezTo>
                      <a:pt x="28355" y="126731"/>
                      <a:pt x="35300" y="119787"/>
                      <a:pt x="38772" y="110528"/>
                    </a:cubicBezTo>
                    <a:cubicBezTo>
                      <a:pt x="41087" y="105899"/>
                      <a:pt x="43401" y="102427"/>
                      <a:pt x="45716" y="97797"/>
                    </a:cubicBezTo>
                    <a:cubicBezTo>
                      <a:pt x="48030" y="93168"/>
                      <a:pt x="49188" y="88538"/>
                      <a:pt x="51503" y="83909"/>
                    </a:cubicBezTo>
                    <a:cubicBezTo>
                      <a:pt x="59604" y="65391"/>
                      <a:pt x="63076" y="46873"/>
                      <a:pt x="65391" y="32985"/>
                    </a:cubicBezTo>
                    <a:cubicBezTo>
                      <a:pt x="66548" y="26041"/>
                      <a:pt x="66548" y="20254"/>
                      <a:pt x="66548" y="15624"/>
                    </a:cubicBezTo>
                    <a:cubicBezTo>
                      <a:pt x="66548" y="10995"/>
                      <a:pt x="66548" y="8680"/>
                      <a:pt x="66548" y="8680"/>
                    </a:cubicBezTo>
                    <a:cubicBezTo>
                      <a:pt x="66548" y="8680"/>
                      <a:pt x="81594" y="12152"/>
                      <a:pt x="97797" y="14467"/>
                    </a:cubicBezTo>
                    <a:cubicBezTo>
                      <a:pt x="114000" y="17939"/>
                      <a:pt x="129046" y="21411"/>
                      <a:pt x="129046" y="21411"/>
                    </a:cubicBezTo>
                    <a:cubicBezTo>
                      <a:pt x="129046" y="21411"/>
                      <a:pt x="129046" y="23726"/>
                      <a:pt x="129046" y="28355"/>
                    </a:cubicBezTo>
                    <a:cubicBezTo>
                      <a:pt x="129046" y="32985"/>
                      <a:pt x="126731" y="38772"/>
                      <a:pt x="125574" y="45716"/>
                    </a:cubicBezTo>
                    <a:cubicBezTo>
                      <a:pt x="123259" y="60761"/>
                      <a:pt x="116315" y="79279"/>
                      <a:pt x="108213" y="98954"/>
                    </a:cubicBezTo>
                    <a:cubicBezTo>
                      <a:pt x="102427" y="108213"/>
                      <a:pt x="98955" y="118629"/>
                      <a:pt x="93168" y="126731"/>
                    </a:cubicBezTo>
                    <a:cubicBezTo>
                      <a:pt x="87381" y="135990"/>
                      <a:pt x="82751" y="144092"/>
                      <a:pt x="76964" y="151036"/>
                    </a:cubicBezTo>
                    <a:cubicBezTo>
                      <a:pt x="71178" y="157980"/>
                      <a:pt x="67706" y="163767"/>
                      <a:pt x="64234" y="167239"/>
                    </a:cubicBezTo>
                    <a:cubicBezTo>
                      <a:pt x="60761" y="170711"/>
                      <a:pt x="58447" y="173026"/>
                      <a:pt x="58447" y="173026"/>
                    </a:cubicBezTo>
                    <a:cubicBezTo>
                      <a:pt x="58447" y="173026"/>
                      <a:pt x="45716" y="167239"/>
                      <a:pt x="34142" y="162609"/>
                    </a:cubicBezTo>
                    <a:cubicBezTo>
                      <a:pt x="28355" y="160295"/>
                      <a:pt x="21411" y="157980"/>
                      <a:pt x="16782" y="155665"/>
                    </a:cubicBezTo>
                    <a:cubicBezTo>
                      <a:pt x="12153" y="156822"/>
                      <a:pt x="8680" y="155665"/>
                      <a:pt x="8680" y="155665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2" name="任意多边形: 形状 85"/>
              <p:cNvSpPr/>
              <p:nvPr/>
            </p:nvSpPr>
            <p:spPr>
              <a:xfrm>
                <a:off x="12019" y="7927"/>
                <a:ext cx="764" cy="616"/>
              </a:xfrm>
              <a:custGeom>
                <a:avLst/>
                <a:gdLst/>
                <a:ahLst/>
                <a:cxnLst>
                  <a:cxn ang="0">
                    <a:pos x="27" y="503"/>
                  </a:cxn>
                  <a:cxn ang="0">
                    <a:pos x="136" y="437"/>
                  </a:cxn>
                  <a:cxn ang="0">
                    <a:pos x="351" y="279"/>
                  </a:cxn>
                  <a:cxn ang="0">
                    <a:pos x="529" y="112"/>
                  </a:cxn>
                  <a:cxn ang="0">
                    <a:pos x="580" y="55"/>
                  </a:cxn>
                  <a:cxn ang="0">
                    <a:pos x="598" y="32"/>
                  </a:cxn>
                  <a:cxn ang="0">
                    <a:pos x="671" y="72"/>
                  </a:cxn>
                  <a:cxn ang="0">
                    <a:pos x="743" y="116"/>
                  </a:cxn>
                  <a:cxn ang="0">
                    <a:pos x="725" y="138"/>
                  </a:cxn>
                  <a:cxn ang="0">
                    <a:pos x="667" y="200"/>
                  </a:cxn>
                  <a:cxn ang="0">
                    <a:pos x="471" y="376"/>
                  </a:cxn>
                  <a:cxn ang="0">
                    <a:pos x="234" y="539"/>
                  </a:cxn>
                  <a:cxn ang="0">
                    <a:pos x="150" y="587"/>
                  </a:cxn>
                  <a:cxn ang="0">
                    <a:pos x="118" y="605"/>
                  </a:cxn>
                  <a:cxn ang="0">
                    <a:pos x="74" y="552"/>
                  </a:cxn>
                  <a:cxn ang="0">
                    <a:pos x="27" y="503"/>
                  </a:cxn>
                </a:cxnLst>
                <a:rect l="0" t="0" r="0" b="0"/>
                <a:pathLst>
                  <a:path w="243045" h="162030">
                    <a:moveTo>
                      <a:pt x="8680" y="132518"/>
                    </a:moveTo>
                    <a:cubicBezTo>
                      <a:pt x="8680" y="132518"/>
                      <a:pt x="22569" y="125574"/>
                      <a:pt x="43401" y="115157"/>
                    </a:cubicBezTo>
                    <a:cubicBezTo>
                      <a:pt x="63076" y="104741"/>
                      <a:pt x="88538" y="89695"/>
                      <a:pt x="111686" y="73492"/>
                    </a:cubicBezTo>
                    <a:cubicBezTo>
                      <a:pt x="134833" y="58447"/>
                      <a:pt x="154508" y="42244"/>
                      <a:pt x="168396" y="29513"/>
                    </a:cubicBezTo>
                    <a:cubicBezTo>
                      <a:pt x="175340" y="23726"/>
                      <a:pt x="179970" y="17939"/>
                      <a:pt x="184599" y="14467"/>
                    </a:cubicBezTo>
                    <a:cubicBezTo>
                      <a:pt x="188071" y="10995"/>
                      <a:pt x="190386" y="8680"/>
                      <a:pt x="190386" y="8680"/>
                    </a:cubicBezTo>
                    <a:cubicBezTo>
                      <a:pt x="190386" y="8680"/>
                      <a:pt x="201960" y="14467"/>
                      <a:pt x="213533" y="19096"/>
                    </a:cubicBezTo>
                    <a:cubicBezTo>
                      <a:pt x="225107" y="24883"/>
                      <a:pt x="236680" y="30670"/>
                      <a:pt x="236680" y="30670"/>
                    </a:cubicBezTo>
                    <a:cubicBezTo>
                      <a:pt x="236680" y="30670"/>
                      <a:pt x="234366" y="32985"/>
                      <a:pt x="230894" y="36457"/>
                    </a:cubicBezTo>
                    <a:cubicBezTo>
                      <a:pt x="227422" y="39929"/>
                      <a:pt x="220477" y="45716"/>
                      <a:pt x="212376" y="52660"/>
                    </a:cubicBezTo>
                    <a:cubicBezTo>
                      <a:pt x="197330" y="65391"/>
                      <a:pt x="174183" y="82751"/>
                      <a:pt x="149878" y="98954"/>
                    </a:cubicBezTo>
                    <a:cubicBezTo>
                      <a:pt x="124416" y="115157"/>
                      <a:pt x="97797" y="130203"/>
                      <a:pt x="74650" y="141777"/>
                    </a:cubicBezTo>
                    <a:cubicBezTo>
                      <a:pt x="63076" y="147564"/>
                      <a:pt x="54975" y="152193"/>
                      <a:pt x="48031" y="154508"/>
                    </a:cubicBezTo>
                    <a:cubicBezTo>
                      <a:pt x="41087" y="157980"/>
                      <a:pt x="37614" y="159137"/>
                      <a:pt x="37614" y="159137"/>
                    </a:cubicBezTo>
                    <a:cubicBezTo>
                      <a:pt x="37614" y="159137"/>
                      <a:pt x="30670" y="152193"/>
                      <a:pt x="23726" y="145249"/>
                    </a:cubicBezTo>
                    <a:cubicBezTo>
                      <a:pt x="15624" y="139462"/>
                      <a:pt x="8680" y="132518"/>
                      <a:pt x="8680" y="132518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3" name="任意多边形: 形状 86"/>
              <p:cNvSpPr/>
              <p:nvPr/>
            </p:nvSpPr>
            <p:spPr>
              <a:xfrm>
                <a:off x="10918" y="8427"/>
                <a:ext cx="981" cy="484"/>
              </a:xfrm>
              <a:custGeom>
                <a:avLst/>
                <a:gdLst/>
                <a:ahLst/>
                <a:cxnLst>
                  <a:cxn ang="0">
                    <a:pos x="30" y="358"/>
                  </a:cxn>
                  <a:cxn ang="0">
                    <a:pos x="41" y="354"/>
                  </a:cxn>
                  <a:cxn ang="0">
                    <a:pos x="70" y="345"/>
                  </a:cxn>
                  <a:cxn ang="0">
                    <a:pos x="176" y="314"/>
                  </a:cxn>
                  <a:cxn ang="0">
                    <a:pos x="321" y="270"/>
                  </a:cxn>
                  <a:cxn ang="0">
                    <a:pos x="401" y="244"/>
                  </a:cxn>
                  <a:cxn ang="0">
                    <a:pos x="485" y="213"/>
                  </a:cxn>
                  <a:cxn ang="0">
                    <a:pos x="564" y="182"/>
                  </a:cxn>
                  <a:cxn ang="0">
                    <a:pos x="641" y="151"/>
                  </a:cxn>
                  <a:cxn ang="0">
                    <a:pos x="772" y="94"/>
                  </a:cxn>
                  <a:cxn ang="0">
                    <a:pos x="859" y="50"/>
                  </a:cxn>
                  <a:cxn ang="0">
                    <a:pos x="891" y="32"/>
                  </a:cxn>
                  <a:cxn ang="0">
                    <a:pos x="931" y="85"/>
                  </a:cxn>
                  <a:cxn ang="0">
                    <a:pos x="968" y="138"/>
                  </a:cxn>
                  <a:cxn ang="0">
                    <a:pos x="957" y="142"/>
                  </a:cxn>
                  <a:cxn ang="0">
                    <a:pos x="931" y="156"/>
                  </a:cxn>
                  <a:cxn ang="0">
                    <a:pos x="833" y="200"/>
                  </a:cxn>
                  <a:cxn ang="0">
                    <a:pos x="692" y="261"/>
                  </a:cxn>
                  <a:cxn ang="0">
                    <a:pos x="608" y="292"/>
                  </a:cxn>
                  <a:cxn ang="0">
                    <a:pos x="521" y="323"/>
                  </a:cxn>
                  <a:cxn ang="0">
                    <a:pos x="434" y="354"/>
                  </a:cxn>
                  <a:cxn ang="0">
                    <a:pos x="346" y="380"/>
                  </a:cxn>
                  <a:cxn ang="0">
                    <a:pos x="187" y="424"/>
                  </a:cxn>
                  <a:cxn ang="0">
                    <a:pos x="70" y="455"/>
                  </a:cxn>
                  <a:cxn ang="0">
                    <a:pos x="27" y="464"/>
                  </a:cxn>
                  <a:cxn ang="0">
                    <a:pos x="27" y="407"/>
                  </a:cxn>
                  <a:cxn ang="0">
                    <a:pos x="30" y="358"/>
                  </a:cxn>
                </a:cxnLst>
                <a:rect l="0" t="0" r="0" b="0"/>
                <a:pathLst>
                  <a:path w="312487" h="127309">
                    <a:moveTo>
                      <a:pt x="9837" y="94325"/>
                    </a:moveTo>
                    <a:cubicBezTo>
                      <a:pt x="9837" y="94325"/>
                      <a:pt x="10995" y="94325"/>
                      <a:pt x="13310" y="93168"/>
                    </a:cubicBezTo>
                    <a:cubicBezTo>
                      <a:pt x="15624" y="93168"/>
                      <a:pt x="19096" y="92010"/>
                      <a:pt x="22568" y="90853"/>
                    </a:cubicBezTo>
                    <a:cubicBezTo>
                      <a:pt x="30670" y="88538"/>
                      <a:pt x="42244" y="86223"/>
                      <a:pt x="56132" y="82751"/>
                    </a:cubicBezTo>
                    <a:cubicBezTo>
                      <a:pt x="70020" y="79279"/>
                      <a:pt x="86223" y="75807"/>
                      <a:pt x="102426" y="71178"/>
                    </a:cubicBezTo>
                    <a:cubicBezTo>
                      <a:pt x="110528" y="68863"/>
                      <a:pt x="119787" y="66548"/>
                      <a:pt x="127888" y="64234"/>
                    </a:cubicBezTo>
                    <a:cubicBezTo>
                      <a:pt x="137147" y="61919"/>
                      <a:pt x="145249" y="59604"/>
                      <a:pt x="154507" y="56132"/>
                    </a:cubicBezTo>
                    <a:cubicBezTo>
                      <a:pt x="162609" y="53817"/>
                      <a:pt x="171868" y="50345"/>
                      <a:pt x="179969" y="48030"/>
                    </a:cubicBezTo>
                    <a:cubicBezTo>
                      <a:pt x="188071" y="45716"/>
                      <a:pt x="196172" y="42244"/>
                      <a:pt x="204274" y="39929"/>
                    </a:cubicBezTo>
                    <a:cubicBezTo>
                      <a:pt x="220477" y="35300"/>
                      <a:pt x="234366" y="29513"/>
                      <a:pt x="245939" y="24883"/>
                    </a:cubicBezTo>
                    <a:cubicBezTo>
                      <a:pt x="258670" y="20254"/>
                      <a:pt x="267929" y="16782"/>
                      <a:pt x="273716" y="13310"/>
                    </a:cubicBezTo>
                    <a:cubicBezTo>
                      <a:pt x="280660" y="10995"/>
                      <a:pt x="284132" y="8680"/>
                      <a:pt x="284132" y="8680"/>
                    </a:cubicBezTo>
                    <a:cubicBezTo>
                      <a:pt x="284132" y="8680"/>
                      <a:pt x="289919" y="15624"/>
                      <a:pt x="296863" y="22569"/>
                    </a:cubicBezTo>
                    <a:cubicBezTo>
                      <a:pt x="302650" y="29513"/>
                      <a:pt x="308437" y="36457"/>
                      <a:pt x="308437" y="36457"/>
                    </a:cubicBezTo>
                    <a:cubicBezTo>
                      <a:pt x="308437" y="36457"/>
                      <a:pt x="307279" y="36457"/>
                      <a:pt x="304964" y="37614"/>
                    </a:cubicBezTo>
                    <a:cubicBezTo>
                      <a:pt x="302650" y="38772"/>
                      <a:pt x="300335" y="39929"/>
                      <a:pt x="296863" y="41086"/>
                    </a:cubicBezTo>
                    <a:cubicBezTo>
                      <a:pt x="289919" y="43401"/>
                      <a:pt x="278345" y="48030"/>
                      <a:pt x="265614" y="52660"/>
                    </a:cubicBezTo>
                    <a:cubicBezTo>
                      <a:pt x="252883" y="57289"/>
                      <a:pt x="236680" y="63076"/>
                      <a:pt x="220477" y="68863"/>
                    </a:cubicBezTo>
                    <a:cubicBezTo>
                      <a:pt x="212375" y="71178"/>
                      <a:pt x="203117" y="74650"/>
                      <a:pt x="193858" y="76964"/>
                    </a:cubicBezTo>
                    <a:cubicBezTo>
                      <a:pt x="184599" y="79279"/>
                      <a:pt x="175340" y="82751"/>
                      <a:pt x="166081" y="85066"/>
                    </a:cubicBezTo>
                    <a:cubicBezTo>
                      <a:pt x="156822" y="87381"/>
                      <a:pt x="147564" y="90853"/>
                      <a:pt x="138304" y="93168"/>
                    </a:cubicBezTo>
                    <a:cubicBezTo>
                      <a:pt x="129046" y="95482"/>
                      <a:pt x="119787" y="97797"/>
                      <a:pt x="110528" y="100112"/>
                    </a:cubicBezTo>
                    <a:cubicBezTo>
                      <a:pt x="93167" y="104741"/>
                      <a:pt x="74650" y="108213"/>
                      <a:pt x="59604" y="111685"/>
                    </a:cubicBezTo>
                    <a:cubicBezTo>
                      <a:pt x="44558" y="115157"/>
                      <a:pt x="31827" y="117472"/>
                      <a:pt x="22568" y="119787"/>
                    </a:cubicBezTo>
                    <a:cubicBezTo>
                      <a:pt x="13310" y="122102"/>
                      <a:pt x="8680" y="122102"/>
                      <a:pt x="8680" y="122102"/>
                    </a:cubicBezTo>
                    <a:cubicBezTo>
                      <a:pt x="8680" y="122102"/>
                      <a:pt x="8680" y="114000"/>
                      <a:pt x="8680" y="107056"/>
                    </a:cubicBezTo>
                    <a:cubicBezTo>
                      <a:pt x="10995" y="101269"/>
                      <a:pt x="9837" y="94325"/>
                      <a:pt x="9837" y="94325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5" name="任意多边形: 形状 87"/>
              <p:cNvSpPr/>
              <p:nvPr/>
            </p:nvSpPr>
            <p:spPr>
              <a:xfrm>
                <a:off x="9502" y="8765"/>
                <a:ext cx="1127" cy="269"/>
              </a:xfrm>
              <a:custGeom>
                <a:avLst/>
                <a:gdLst/>
                <a:ahLst/>
                <a:cxnLst>
                  <a:cxn ang="0">
                    <a:pos x="99" y="154"/>
                  </a:cxn>
                  <a:cxn ang="0">
                    <a:pos x="623" y="118"/>
                  </a:cxn>
                  <a:cxn ang="0">
                    <a:pos x="812" y="91"/>
                  </a:cxn>
                  <a:cxn ang="0">
                    <a:pos x="899" y="78"/>
                  </a:cxn>
                  <a:cxn ang="0">
                    <a:pos x="976" y="65"/>
                  </a:cxn>
                  <a:cxn ang="0">
                    <a:pos x="1088" y="42"/>
                  </a:cxn>
                  <a:cxn ang="0">
                    <a:pos x="1132" y="33"/>
                  </a:cxn>
                  <a:cxn ang="0">
                    <a:pos x="1128" y="91"/>
                  </a:cxn>
                  <a:cxn ang="0">
                    <a:pos x="1125" y="150"/>
                  </a:cxn>
                  <a:cxn ang="0">
                    <a:pos x="957" y="181"/>
                  </a:cxn>
                  <a:cxn ang="0">
                    <a:pos x="783" y="208"/>
                  </a:cxn>
                  <a:cxn ang="0">
                    <a:pos x="583" y="230"/>
                  </a:cxn>
                  <a:cxn ang="0">
                    <a:pos x="481" y="239"/>
                  </a:cxn>
                  <a:cxn ang="0">
                    <a:pos x="379" y="248"/>
                  </a:cxn>
                  <a:cxn ang="0">
                    <a:pos x="201" y="257"/>
                  </a:cxn>
                  <a:cxn ang="0">
                    <a:pos x="74" y="262"/>
                  </a:cxn>
                  <a:cxn ang="0">
                    <a:pos x="27" y="262"/>
                  </a:cxn>
                  <a:cxn ang="0">
                    <a:pos x="67" y="208"/>
                  </a:cxn>
                  <a:cxn ang="0">
                    <a:pos x="99" y="154"/>
                  </a:cxn>
                </a:cxnLst>
                <a:rect l="0" t="0" r="0" b="0"/>
                <a:pathLst>
                  <a:path w="358781" h="69441">
                    <a:moveTo>
                      <a:pt x="31827" y="39929"/>
                    </a:moveTo>
                    <a:cubicBezTo>
                      <a:pt x="31827" y="39929"/>
                      <a:pt x="116315" y="38771"/>
                      <a:pt x="198487" y="30670"/>
                    </a:cubicBezTo>
                    <a:cubicBezTo>
                      <a:pt x="219320" y="28355"/>
                      <a:pt x="238995" y="27198"/>
                      <a:pt x="258670" y="23726"/>
                    </a:cubicBezTo>
                    <a:cubicBezTo>
                      <a:pt x="267929" y="22569"/>
                      <a:pt x="277188" y="21411"/>
                      <a:pt x="286447" y="20254"/>
                    </a:cubicBezTo>
                    <a:cubicBezTo>
                      <a:pt x="294548" y="19096"/>
                      <a:pt x="302650" y="17939"/>
                      <a:pt x="310751" y="16782"/>
                    </a:cubicBezTo>
                    <a:cubicBezTo>
                      <a:pt x="325797" y="14467"/>
                      <a:pt x="338528" y="13310"/>
                      <a:pt x="346630" y="10995"/>
                    </a:cubicBezTo>
                    <a:cubicBezTo>
                      <a:pt x="354731" y="9837"/>
                      <a:pt x="360518" y="8680"/>
                      <a:pt x="360518" y="8680"/>
                    </a:cubicBezTo>
                    <a:cubicBezTo>
                      <a:pt x="360518" y="8680"/>
                      <a:pt x="360518" y="16782"/>
                      <a:pt x="359360" y="23726"/>
                    </a:cubicBezTo>
                    <a:cubicBezTo>
                      <a:pt x="358203" y="31827"/>
                      <a:pt x="358203" y="38771"/>
                      <a:pt x="358203" y="38771"/>
                    </a:cubicBezTo>
                    <a:cubicBezTo>
                      <a:pt x="358203" y="38771"/>
                      <a:pt x="337371" y="42244"/>
                      <a:pt x="304965" y="46873"/>
                    </a:cubicBezTo>
                    <a:cubicBezTo>
                      <a:pt x="288762" y="49188"/>
                      <a:pt x="270244" y="51503"/>
                      <a:pt x="249411" y="53817"/>
                    </a:cubicBezTo>
                    <a:cubicBezTo>
                      <a:pt x="228579" y="56132"/>
                      <a:pt x="207746" y="58447"/>
                      <a:pt x="185756" y="59604"/>
                    </a:cubicBezTo>
                    <a:cubicBezTo>
                      <a:pt x="175340" y="60761"/>
                      <a:pt x="163767" y="61919"/>
                      <a:pt x="153350" y="61919"/>
                    </a:cubicBezTo>
                    <a:cubicBezTo>
                      <a:pt x="142934" y="63076"/>
                      <a:pt x="131360" y="63076"/>
                      <a:pt x="120944" y="64234"/>
                    </a:cubicBezTo>
                    <a:cubicBezTo>
                      <a:pt x="100112" y="65391"/>
                      <a:pt x="80437" y="66548"/>
                      <a:pt x="64233" y="66548"/>
                    </a:cubicBezTo>
                    <a:cubicBezTo>
                      <a:pt x="48030" y="67706"/>
                      <a:pt x="32985" y="67706"/>
                      <a:pt x="23726" y="67706"/>
                    </a:cubicBezTo>
                    <a:cubicBezTo>
                      <a:pt x="14467" y="67706"/>
                      <a:pt x="8680" y="67706"/>
                      <a:pt x="8680" y="67706"/>
                    </a:cubicBezTo>
                    <a:cubicBezTo>
                      <a:pt x="8680" y="67706"/>
                      <a:pt x="15624" y="60761"/>
                      <a:pt x="21411" y="53817"/>
                    </a:cubicBezTo>
                    <a:cubicBezTo>
                      <a:pt x="26041" y="46873"/>
                      <a:pt x="31827" y="39929"/>
                      <a:pt x="31827" y="39929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6" name="任意多边形: 形状 88"/>
              <p:cNvSpPr/>
              <p:nvPr/>
            </p:nvSpPr>
            <p:spPr>
              <a:xfrm>
                <a:off x="8054" y="8781"/>
                <a:ext cx="1237" cy="269"/>
              </a:xfrm>
              <a:custGeom>
                <a:avLst/>
                <a:gdLst/>
                <a:ahLst/>
                <a:cxnLst>
                  <a:cxn ang="0">
                    <a:pos x="172" y="33"/>
                  </a:cxn>
                  <a:cxn ang="0">
                    <a:pos x="329" y="60"/>
                  </a:cxn>
                  <a:cxn ang="0">
                    <a:pos x="492" y="82"/>
                  </a:cxn>
                  <a:cxn ang="0">
                    <a:pos x="682" y="105"/>
                  </a:cxn>
                  <a:cxn ang="0">
                    <a:pos x="780" y="114"/>
                  </a:cxn>
                  <a:cxn ang="0">
                    <a:pos x="874" y="118"/>
                  </a:cxn>
                  <a:cxn ang="0">
                    <a:pos x="1042" y="127"/>
                  </a:cxn>
                  <a:cxn ang="0">
                    <a:pos x="1162" y="132"/>
                  </a:cxn>
                  <a:cxn ang="0">
                    <a:pos x="1209" y="132"/>
                  </a:cxn>
                  <a:cxn ang="0">
                    <a:pos x="1166" y="186"/>
                  </a:cxn>
                  <a:cxn ang="0">
                    <a:pos x="1118" y="239"/>
                  </a:cxn>
                  <a:cxn ang="0">
                    <a:pos x="1107" y="239"/>
                  </a:cxn>
                  <a:cxn ang="0">
                    <a:pos x="1071" y="239"/>
                  </a:cxn>
                  <a:cxn ang="0">
                    <a:pos x="944" y="235"/>
                  </a:cxn>
                  <a:cxn ang="0">
                    <a:pos x="765" y="221"/>
                  </a:cxn>
                  <a:cxn ang="0">
                    <a:pos x="562" y="203"/>
                  </a:cxn>
                  <a:cxn ang="0">
                    <a:pos x="362" y="177"/>
                  </a:cxn>
                  <a:cxn ang="0">
                    <a:pos x="271" y="163"/>
                  </a:cxn>
                  <a:cxn ang="0">
                    <a:pos x="191" y="150"/>
                  </a:cxn>
                  <a:cxn ang="0">
                    <a:pos x="70" y="127"/>
                  </a:cxn>
                  <a:cxn ang="0">
                    <a:pos x="27" y="118"/>
                  </a:cxn>
                  <a:cxn ang="0">
                    <a:pos x="103" y="78"/>
                  </a:cxn>
                  <a:cxn ang="0">
                    <a:pos x="172" y="33"/>
                  </a:cxn>
                </a:cxnLst>
                <a:rect l="0" t="0" r="0" b="0"/>
                <a:pathLst>
                  <a:path w="393502" h="69441">
                    <a:moveTo>
                      <a:pt x="54975" y="8680"/>
                    </a:moveTo>
                    <a:cubicBezTo>
                      <a:pt x="54975" y="8680"/>
                      <a:pt x="74650" y="12152"/>
                      <a:pt x="104741" y="15624"/>
                    </a:cubicBezTo>
                    <a:cubicBezTo>
                      <a:pt x="119787" y="16782"/>
                      <a:pt x="137147" y="20254"/>
                      <a:pt x="156822" y="21411"/>
                    </a:cubicBezTo>
                    <a:cubicBezTo>
                      <a:pt x="176498" y="23726"/>
                      <a:pt x="196173" y="26041"/>
                      <a:pt x="217005" y="27198"/>
                    </a:cubicBezTo>
                    <a:cubicBezTo>
                      <a:pt x="227421" y="28355"/>
                      <a:pt x="237838" y="28355"/>
                      <a:pt x="248254" y="29513"/>
                    </a:cubicBezTo>
                    <a:cubicBezTo>
                      <a:pt x="258670" y="29513"/>
                      <a:pt x="269086" y="30670"/>
                      <a:pt x="278345" y="30670"/>
                    </a:cubicBezTo>
                    <a:cubicBezTo>
                      <a:pt x="298020" y="31827"/>
                      <a:pt x="316538" y="31827"/>
                      <a:pt x="331584" y="32985"/>
                    </a:cubicBezTo>
                    <a:cubicBezTo>
                      <a:pt x="347787" y="34142"/>
                      <a:pt x="360518" y="34142"/>
                      <a:pt x="369777" y="34142"/>
                    </a:cubicBezTo>
                    <a:cubicBezTo>
                      <a:pt x="379036" y="34142"/>
                      <a:pt x="384823" y="34142"/>
                      <a:pt x="384823" y="34142"/>
                    </a:cubicBezTo>
                    <a:cubicBezTo>
                      <a:pt x="384823" y="34142"/>
                      <a:pt x="377878" y="41086"/>
                      <a:pt x="370934" y="48031"/>
                    </a:cubicBezTo>
                    <a:cubicBezTo>
                      <a:pt x="363990" y="54975"/>
                      <a:pt x="355889" y="61919"/>
                      <a:pt x="355889" y="61919"/>
                    </a:cubicBezTo>
                    <a:cubicBezTo>
                      <a:pt x="355889" y="61919"/>
                      <a:pt x="354731" y="61919"/>
                      <a:pt x="352416" y="61919"/>
                    </a:cubicBezTo>
                    <a:cubicBezTo>
                      <a:pt x="350102" y="61919"/>
                      <a:pt x="345472" y="61919"/>
                      <a:pt x="340843" y="61919"/>
                    </a:cubicBezTo>
                    <a:cubicBezTo>
                      <a:pt x="331584" y="61919"/>
                      <a:pt x="316538" y="60761"/>
                      <a:pt x="300335" y="60761"/>
                    </a:cubicBezTo>
                    <a:cubicBezTo>
                      <a:pt x="284132" y="60761"/>
                      <a:pt x="264457" y="58447"/>
                      <a:pt x="243625" y="57289"/>
                    </a:cubicBezTo>
                    <a:cubicBezTo>
                      <a:pt x="222792" y="56132"/>
                      <a:pt x="200802" y="53817"/>
                      <a:pt x="178812" y="52660"/>
                    </a:cubicBezTo>
                    <a:cubicBezTo>
                      <a:pt x="156822" y="50345"/>
                      <a:pt x="134832" y="48031"/>
                      <a:pt x="115157" y="45716"/>
                    </a:cubicBezTo>
                    <a:cubicBezTo>
                      <a:pt x="104741" y="44558"/>
                      <a:pt x="95482" y="43401"/>
                      <a:pt x="86223" y="42244"/>
                    </a:cubicBezTo>
                    <a:cubicBezTo>
                      <a:pt x="76964" y="41086"/>
                      <a:pt x="68863" y="39929"/>
                      <a:pt x="60761" y="38772"/>
                    </a:cubicBezTo>
                    <a:cubicBezTo>
                      <a:pt x="44558" y="36457"/>
                      <a:pt x="31827" y="34142"/>
                      <a:pt x="22569" y="32985"/>
                    </a:cubicBezTo>
                    <a:cubicBezTo>
                      <a:pt x="13310" y="31827"/>
                      <a:pt x="8680" y="30670"/>
                      <a:pt x="8680" y="30670"/>
                    </a:cubicBezTo>
                    <a:cubicBezTo>
                      <a:pt x="8680" y="30670"/>
                      <a:pt x="20254" y="24883"/>
                      <a:pt x="32985" y="20254"/>
                    </a:cubicBezTo>
                    <a:cubicBezTo>
                      <a:pt x="43401" y="14467"/>
                      <a:pt x="54975" y="8680"/>
                      <a:pt x="54975" y="868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8" name="任意多边形: 形状 89"/>
              <p:cNvSpPr/>
              <p:nvPr/>
            </p:nvSpPr>
            <p:spPr>
              <a:xfrm>
                <a:off x="6784" y="8463"/>
                <a:ext cx="1127" cy="439"/>
              </a:xfrm>
              <a:custGeom>
                <a:avLst/>
                <a:gdLst/>
                <a:ahLst/>
                <a:cxnLst>
                  <a:cxn ang="0">
                    <a:pos x="230" y="32"/>
                  </a:cxn>
                  <a:cxn ang="0">
                    <a:pos x="238" y="37"/>
                  </a:cxn>
                  <a:cxn ang="0">
                    <a:pos x="263" y="50"/>
                  </a:cxn>
                  <a:cxn ang="0">
                    <a:pos x="354" y="89"/>
                  </a:cxn>
                  <a:cxn ang="0">
                    <a:pos x="488" y="147"/>
                  </a:cxn>
                  <a:cxn ang="0">
                    <a:pos x="565" y="177"/>
                  </a:cxn>
                  <a:cxn ang="0">
                    <a:pos x="605" y="190"/>
                  </a:cxn>
                  <a:cxn ang="0">
                    <a:pos x="645" y="204"/>
                  </a:cxn>
                  <a:cxn ang="0">
                    <a:pos x="728" y="230"/>
                  </a:cxn>
                  <a:cxn ang="0">
                    <a:pos x="812" y="256"/>
                  </a:cxn>
                  <a:cxn ang="0">
                    <a:pos x="961" y="300"/>
                  </a:cxn>
                  <a:cxn ang="0">
                    <a:pos x="1070" y="327"/>
                  </a:cxn>
                  <a:cxn ang="0">
                    <a:pos x="1110" y="335"/>
                  </a:cxn>
                  <a:cxn ang="0">
                    <a:pos x="1030" y="375"/>
                  </a:cxn>
                  <a:cxn ang="0">
                    <a:pos x="950" y="414"/>
                  </a:cxn>
                  <a:cxn ang="0">
                    <a:pos x="907" y="406"/>
                  </a:cxn>
                  <a:cxn ang="0">
                    <a:pos x="794" y="375"/>
                  </a:cxn>
                  <a:cxn ang="0">
                    <a:pos x="638" y="327"/>
                  </a:cxn>
                  <a:cxn ang="0">
                    <a:pos x="550" y="296"/>
                  </a:cxn>
                  <a:cxn ang="0">
                    <a:pos x="463" y="265"/>
                  </a:cxn>
                  <a:cxn ang="0">
                    <a:pos x="376" y="234"/>
                  </a:cxn>
                  <a:cxn ang="0">
                    <a:pos x="296" y="199"/>
                  </a:cxn>
                  <a:cxn ang="0">
                    <a:pos x="223" y="169"/>
                  </a:cxn>
                  <a:cxn ang="0">
                    <a:pos x="158" y="138"/>
                  </a:cxn>
                  <a:cxn ang="0">
                    <a:pos x="63" y="94"/>
                  </a:cxn>
                  <a:cxn ang="0">
                    <a:pos x="27" y="76"/>
                  </a:cxn>
                  <a:cxn ang="0">
                    <a:pos x="129" y="54"/>
                  </a:cxn>
                  <a:cxn ang="0">
                    <a:pos x="230" y="32"/>
                  </a:cxn>
                </a:cxnLst>
                <a:rect l="0" t="0" r="0" b="0"/>
                <a:pathLst>
                  <a:path w="358781" h="115736">
                    <a:moveTo>
                      <a:pt x="73492" y="8680"/>
                    </a:moveTo>
                    <a:cubicBezTo>
                      <a:pt x="73492" y="8680"/>
                      <a:pt x="74650" y="8680"/>
                      <a:pt x="75807" y="9838"/>
                    </a:cubicBezTo>
                    <a:cubicBezTo>
                      <a:pt x="76964" y="10995"/>
                      <a:pt x="80437" y="12152"/>
                      <a:pt x="83909" y="13310"/>
                    </a:cubicBezTo>
                    <a:cubicBezTo>
                      <a:pt x="90853" y="15624"/>
                      <a:pt x="101269" y="20254"/>
                      <a:pt x="112843" y="23726"/>
                    </a:cubicBezTo>
                    <a:cubicBezTo>
                      <a:pt x="125574" y="28355"/>
                      <a:pt x="139462" y="32985"/>
                      <a:pt x="155665" y="38772"/>
                    </a:cubicBezTo>
                    <a:cubicBezTo>
                      <a:pt x="163767" y="41086"/>
                      <a:pt x="171868" y="43401"/>
                      <a:pt x="179970" y="46873"/>
                    </a:cubicBezTo>
                    <a:cubicBezTo>
                      <a:pt x="184599" y="48031"/>
                      <a:pt x="188071" y="49188"/>
                      <a:pt x="192701" y="50345"/>
                    </a:cubicBezTo>
                    <a:lnTo>
                      <a:pt x="205432" y="53817"/>
                    </a:lnTo>
                    <a:cubicBezTo>
                      <a:pt x="214691" y="56132"/>
                      <a:pt x="222792" y="58447"/>
                      <a:pt x="232051" y="60761"/>
                    </a:cubicBezTo>
                    <a:cubicBezTo>
                      <a:pt x="241310" y="63076"/>
                      <a:pt x="249411" y="65391"/>
                      <a:pt x="258670" y="67706"/>
                    </a:cubicBezTo>
                    <a:cubicBezTo>
                      <a:pt x="276031" y="72335"/>
                      <a:pt x="292234" y="75807"/>
                      <a:pt x="306122" y="79279"/>
                    </a:cubicBezTo>
                    <a:cubicBezTo>
                      <a:pt x="320010" y="82751"/>
                      <a:pt x="331584" y="85066"/>
                      <a:pt x="340843" y="86224"/>
                    </a:cubicBezTo>
                    <a:cubicBezTo>
                      <a:pt x="348944" y="87381"/>
                      <a:pt x="353574" y="88538"/>
                      <a:pt x="353574" y="88538"/>
                    </a:cubicBezTo>
                    <a:cubicBezTo>
                      <a:pt x="353574" y="88538"/>
                      <a:pt x="340843" y="93168"/>
                      <a:pt x="328112" y="98954"/>
                    </a:cubicBezTo>
                    <a:cubicBezTo>
                      <a:pt x="315381" y="103584"/>
                      <a:pt x="302650" y="109371"/>
                      <a:pt x="302650" y="109371"/>
                    </a:cubicBezTo>
                    <a:cubicBezTo>
                      <a:pt x="302650" y="109371"/>
                      <a:pt x="298020" y="108213"/>
                      <a:pt x="288762" y="107056"/>
                    </a:cubicBezTo>
                    <a:cubicBezTo>
                      <a:pt x="279503" y="104741"/>
                      <a:pt x="267929" y="102427"/>
                      <a:pt x="252883" y="98954"/>
                    </a:cubicBezTo>
                    <a:cubicBezTo>
                      <a:pt x="237838" y="95482"/>
                      <a:pt x="221635" y="90853"/>
                      <a:pt x="203117" y="86224"/>
                    </a:cubicBezTo>
                    <a:cubicBezTo>
                      <a:pt x="193858" y="83909"/>
                      <a:pt x="184599" y="81594"/>
                      <a:pt x="175340" y="78122"/>
                    </a:cubicBezTo>
                    <a:cubicBezTo>
                      <a:pt x="166081" y="75807"/>
                      <a:pt x="156822" y="73492"/>
                      <a:pt x="147564" y="70020"/>
                    </a:cubicBezTo>
                    <a:cubicBezTo>
                      <a:pt x="138305" y="67706"/>
                      <a:pt x="129046" y="64234"/>
                      <a:pt x="119787" y="61919"/>
                    </a:cubicBezTo>
                    <a:cubicBezTo>
                      <a:pt x="110528" y="59604"/>
                      <a:pt x="102427" y="56132"/>
                      <a:pt x="94325" y="52660"/>
                    </a:cubicBezTo>
                    <a:cubicBezTo>
                      <a:pt x="86223" y="50345"/>
                      <a:pt x="78122" y="46873"/>
                      <a:pt x="71178" y="44558"/>
                    </a:cubicBezTo>
                    <a:cubicBezTo>
                      <a:pt x="64234" y="42244"/>
                      <a:pt x="57289" y="38772"/>
                      <a:pt x="50345" y="36457"/>
                    </a:cubicBezTo>
                    <a:cubicBezTo>
                      <a:pt x="37614" y="31827"/>
                      <a:pt x="27198" y="27198"/>
                      <a:pt x="20254" y="24883"/>
                    </a:cubicBezTo>
                    <a:cubicBezTo>
                      <a:pt x="13310" y="21411"/>
                      <a:pt x="8680" y="20254"/>
                      <a:pt x="8680" y="20254"/>
                    </a:cubicBezTo>
                    <a:cubicBezTo>
                      <a:pt x="8680" y="20254"/>
                      <a:pt x="24883" y="16782"/>
                      <a:pt x="41086" y="14467"/>
                    </a:cubicBezTo>
                    <a:cubicBezTo>
                      <a:pt x="58447" y="10995"/>
                      <a:pt x="73492" y="8680"/>
                      <a:pt x="73492" y="868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9" name="任意多边形: 形状 90"/>
              <p:cNvSpPr/>
              <p:nvPr/>
            </p:nvSpPr>
            <p:spPr>
              <a:xfrm>
                <a:off x="5914" y="7965"/>
                <a:ext cx="836" cy="529"/>
              </a:xfrm>
              <a:custGeom>
                <a:avLst/>
                <a:gdLst/>
                <a:ahLst/>
                <a:cxnLst>
                  <a:cxn ang="0">
                    <a:pos x="241" y="33"/>
                  </a:cxn>
                  <a:cxn ang="0">
                    <a:pos x="259" y="55"/>
                  </a:cxn>
                  <a:cxn ang="0">
                    <a:pos x="314" y="112"/>
                  </a:cxn>
                  <a:cxn ang="0">
                    <a:pos x="398" y="191"/>
                  </a:cxn>
                  <a:cxn ang="0">
                    <a:pos x="448" y="235"/>
                  </a:cxn>
                  <a:cxn ang="0">
                    <a:pos x="503" y="279"/>
                  </a:cxn>
                  <a:cxn ang="0">
                    <a:pos x="619" y="363"/>
                  </a:cxn>
                  <a:cxn ang="0">
                    <a:pos x="674" y="398"/>
                  </a:cxn>
                  <a:cxn ang="0">
                    <a:pos x="725" y="429"/>
                  </a:cxn>
                  <a:cxn ang="0">
                    <a:pos x="805" y="478"/>
                  </a:cxn>
                  <a:cxn ang="0">
                    <a:pos x="837" y="495"/>
                  </a:cxn>
                  <a:cxn ang="0">
                    <a:pos x="736" y="517"/>
                  </a:cxn>
                  <a:cxn ang="0">
                    <a:pos x="634" y="535"/>
                  </a:cxn>
                  <a:cxn ang="0">
                    <a:pos x="517" y="465"/>
                  </a:cxn>
                  <a:cxn ang="0">
                    <a:pos x="292" y="297"/>
                  </a:cxn>
                  <a:cxn ang="0">
                    <a:pos x="103" y="121"/>
                  </a:cxn>
                  <a:cxn ang="0">
                    <a:pos x="49" y="59"/>
                  </a:cxn>
                  <a:cxn ang="0">
                    <a:pos x="27" y="37"/>
                  </a:cxn>
                  <a:cxn ang="0">
                    <a:pos x="136" y="37"/>
                  </a:cxn>
                  <a:cxn ang="0">
                    <a:pos x="241" y="33"/>
                  </a:cxn>
                </a:cxnLst>
                <a:rect l="0" t="0" r="0" b="0"/>
                <a:pathLst>
                  <a:path w="266193" h="138883">
                    <a:moveTo>
                      <a:pt x="76964" y="8680"/>
                    </a:moveTo>
                    <a:cubicBezTo>
                      <a:pt x="76964" y="8680"/>
                      <a:pt x="79279" y="10995"/>
                      <a:pt x="82751" y="14467"/>
                    </a:cubicBezTo>
                    <a:cubicBezTo>
                      <a:pt x="86223" y="17939"/>
                      <a:pt x="93167" y="23726"/>
                      <a:pt x="100112" y="29513"/>
                    </a:cubicBezTo>
                    <a:cubicBezTo>
                      <a:pt x="107056" y="35300"/>
                      <a:pt x="116315" y="42244"/>
                      <a:pt x="126731" y="50345"/>
                    </a:cubicBezTo>
                    <a:cubicBezTo>
                      <a:pt x="131360" y="53817"/>
                      <a:pt x="137147" y="57289"/>
                      <a:pt x="142934" y="61919"/>
                    </a:cubicBezTo>
                    <a:cubicBezTo>
                      <a:pt x="148721" y="65391"/>
                      <a:pt x="154508" y="70020"/>
                      <a:pt x="160294" y="73492"/>
                    </a:cubicBezTo>
                    <a:cubicBezTo>
                      <a:pt x="173025" y="80437"/>
                      <a:pt x="184599" y="88538"/>
                      <a:pt x="197330" y="95482"/>
                    </a:cubicBezTo>
                    <a:cubicBezTo>
                      <a:pt x="203117" y="98954"/>
                      <a:pt x="208904" y="102427"/>
                      <a:pt x="214690" y="104741"/>
                    </a:cubicBezTo>
                    <a:cubicBezTo>
                      <a:pt x="220477" y="108213"/>
                      <a:pt x="226264" y="110528"/>
                      <a:pt x="230893" y="112843"/>
                    </a:cubicBezTo>
                    <a:cubicBezTo>
                      <a:pt x="241310" y="118629"/>
                      <a:pt x="249411" y="122102"/>
                      <a:pt x="256355" y="125574"/>
                    </a:cubicBezTo>
                    <a:cubicBezTo>
                      <a:pt x="263300" y="129046"/>
                      <a:pt x="266772" y="130203"/>
                      <a:pt x="266772" y="130203"/>
                    </a:cubicBezTo>
                    <a:cubicBezTo>
                      <a:pt x="266772" y="130203"/>
                      <a:pt x="250569" y="132518"/>
                      <a:pt x="234366" y="135990"/>
                    </a:cubicBezTo>
                    <a:cubicBezTo>
                      <a:pt x="218162" y="138305"/>
                      <a:pt x="201959" y="140619"/>
                      <a:pt x="201959" y="140619"/>
                    </a:cubicBezTo>
                    <a:cubicBezTo>
                      <a:pt x="201959" y="140619"/>
                      <a:pt x="186914" y="133675"/>
                      <a:pt x="164924" y="122102"/>
                    </a:cubicBezTo>
                    <a:cubicBezTo>
                      <a:pt x="144091" y="110528"/>
                      <a:pt x="116315" y="95482"/>
                      <a:pt x="93167" y="78122"/>
                    </a:cubicBezTo>
                    <a:cubicBezTo>
                      <a:pt x="68863" y="61919"/>
                      <a:pt x="48030" y="44558"/>
                      <a:pt x="32985" y="31827"/>
                    </a:cubicBezTo>
                    <a:cubicBezTo>
                      <a:pt x="24883" y="24883"/>
                      <a:pt x="20254" y="19097"/>
                      <a:pt x="15624" y="15624"/>
                    </a:cubicBezTo>
                    <a:cubicBezTo>
                      <a:pt x="10995" y="12152"/>
                      <a:pt x="8680" y="9838"/>
                      <a:pt x="8680" y="9838"/>
                    </a:cubicBezTo>
                    <a:cubicBezTo>
                      <a:pt x="8680" y="9838"/>
                      <a:pt x="26041" y="9838"/>
                      <a:pt x="43401" y="9838"/>
                    </a:cubicBezTo>
                    <a:cubicBezTo>
                      <a:pt x="59604" y="8680"/>
                      <a:pt x="76964" y="8680"/>
                      <a:pt x="76964" y="868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1" name="任意多边形: 形状 91"/>
              <p:cNvSpPr/>
              <p:nvPr/>
            </p:nvSpPr>
            <p:spPr>
              <a:xfrm>
                <a:off x="5563" y="7331"/>
                <a:ext cx="437" cy="616"/>
              </a:xfrm>
              <a:custGeom>
                <a:avLst/>
                <a:gdLst/>
                <a:ahLst/>
                <a:cxnLst>
                  <a:cxn ang="0">
                    <a:pos x="223" y="77"/>
                  </a:cxn>
                  <a:cxn ang="0">
                    <a:pos x="223" y="103"/>
                  </a:cxn>
                  <a:cxn ang="0">
                    <a:pos x="234" y="165"/>
                  </a:cxn>
                  <a:cxn ang="0">
                    <a:pos x="285" y="354"/>
                  </a:cxn>
                  <a:cxn ang="0">
                    <a:pos x="380" y="539"/>
                  </a:cxn>
                  <a:cxn ang="0">
                    <a:pos x="420" y="600"/>
                  </a:cxn>
                  <a:cxn ang="0">
                    <a:pos x="438" y="622"/>
                  </a:cxn>
                  <a:cxn ang="0">
                    <a:pos x="329" y="622"/>
                  </a:cxn>
                  <a:cxn ang="0">
                    <a:pos x="220" y="618"/>
                  </a:cxn>
                  <a:cxn ang="0">
                    <a:pos x="205" y="591"/>
                  </a:cxn>
                  <a:cxn ang="0">
                    <a:pos x="165" y="525"/>
                  </a:cxn>
                  <a:cxn ang="0">
                    <a:pos x="143" y="481"/>
                  </a:cxn>
                  <a:cxn ang="0">
                    <a:pos x="129" y="459"/>
                  </a:cxn>
                  <a:cxn ang="0">
                    <a:pos x="118" y="433"/>
                  </a:cxn>
                  <a:cxn ang="0">
                    <a:pos x="96" y="380"/>
                  </a:cxn>
                  <a:cxn ang="0">
                    <a:pos x="78" y="327"/>
                  </a:cxn>
                  <a:cxn ang="0">
                    <a:pos x="30" y="125"/>
                  </a:cxn>
                  <a:cxn ang="0">
                    <a:pos x="27" y="59"/>
                  </a:cxn>
                  <a:cxn ang="0">
                    <a:pos x="27" y="32"/>
                  </a:cxn>
                  <a:cxn ang="0">
                    <a:pos x="129" y="55"/>
                  </a:cxn>
                  <a:cxn ang="0">
                    <a:pos x="223" y="77"/>
                  </a:cxn>
                </a:cxnLst>
                <a:rect l="0" t="0" r="0" b="0"/>
                <a:pathLst>
                  <a:path w="138883" h="162030">
                    <a:moveTo>
                      <a:pt x="71178" y="20254"/>
                    </a:moveTo>
                    <a:cubicBezTo>
                      <a:pt x="71178" y="20254"/>
                      <a:pt x="71178" y="22569"/>
                      <a:pt x="71178" y="27198"/>
                    </a:cubicBezTo>
                    <a:cubicBezTo>
                      <a:pt x="72335" y="30670"/>
                      <a:pt x="72335" y="36457"/>
                      <a:pt x="74650" y="43401"/>
                    </a:cubicBezTo>
                    <a:cubicBezTo>
                      <a:pt x="76965" y="57289"/>
                      <a:pt x="82751" y="75807"/>
                      <a:pt x="90853" y="93168"/>
                    </a:cubicBezTo>
                    <a:cubicBezTo>
                      <a:pt x="100112" y="111685"/>
                      <a:pt x="110528" y="129046"/>
                      <a:pt x="120944" y="141777"/>
                    </a:cubicBezTo>
                    <a:cubicBezTo>
                      <a:pt x="126731" y="148721"/>
                      <a:pt x="130203" y="153350"/>
                      <a:pt x="133675" y="157980"/>
                    </a:cubicBezTo>
                    <a:cubicBezTo>
                      <a:pt x="137147" y="161452"/>
                      <a:pt x="139462" y="163767"/>
                      <a:pt x="139462" y="163767"/>
                    </a:cubicBezTo>
                    <a:cubicBezTo>
                      <a:pt x="139462" y="163767"/>
                      <a:pt x="122102" y="163767"/>
                      <a:pt x="104741" y="163767"/>
                    </a:cubicBezTo>
                    <a:cubicBezTo>
                      <a:pt x="87381" y="163767"/>
                      <a:pt x="70020" y="162609"/>
                      <a:pt x="70020" y="162609"/>
                    </a:cubicBezTo>
                    <a:cubicBezTo>
                      <a:pt x="70020" y="162609"/>
                      <a:pt x="67706" y="160295"/>
                      <a:pt x="65391" y="155665"/>
                    </a:cubicBezTo>
                    <a:cubicBezTo>
                      <a:pt x="63076" y="151036"/>
                      <a:pt x="57289" y="146406"/>
                      <a:pt x="52660" y="138305"/>
                    </a:cubicBezTo>
                    <a:cubicBezTo>
                      <a:pt x="50345" y="134833"/>
                      <a:pt x="48031" y="131361"/>
                      <a:pt x="45716" y="126731"/>
                    </a:cubicBezTo>
                    <a:cubicBezTo>
                      <a:pt x="44558" y="124416"/>
                      <a:pt x="43401" y="122102"/>
                      <a:pt x="41086" y="120944"/>
                    </a:cubicBezTo>
                    <a:cubicBezTo>
                      <a:pt x="39929" y="118629"/>
                      <a:pt x="38772" y="116315"/>
                      <a:pt x="37614" y="114000"/>
                    </a:cubicBezTo>
                    <a:cubicBezTo>
                      <a:pt x="35300" y="109371"/>
                      <a:pt x="32985" y="104741"/>
                      <a:pt x="30670" y="100112"/>
                    </a:cubicBezTo>
                    <a:cubicBezTo>
                      <a:pt x="28355" y="95482"/>
                      <a:pt x="27198" y="90853"/>
                      <a:pt x="24883" y="86223"/>
                    </a:cubicBezTo>
                    <a:cubicBezTo>
                      <a:pt x="16782" y="66548"/>
                      <a:pt x="12152" y="46873"/>
                      <a:pt x="9838" y="32985"/>
                    </a:cubicBezTo>
                    <a:cubicBezTo>
                      <a:pt x="8680" y="26041"/>
                      <a:pt x="8680" y="19097"/>
                      <a:pt x="8680" y="15624"/>
                    </a:cubicBezTo>
                    <a:cubicBezTo>
                      <a:pt x="8680" y="10995"/>
                      <a:pt x="8680" y="8680"/>
                      <a:pt x="8680" y="8680"/>
                    </a:cubicBezTo>
                    <a:cubicBezTo>
                      <a:pt x="8680" y="8680"/>
                      <a:pt x="24883" y="12152"/>
                      <a:pt x="41086" y="14467"/>
                    </a:cubicBezTo>
                    <a:cubicBezTo>
                      <a:pt x="54975" y="16782"/>
                      <a:pt x="71178" y="20254"/>
                      <a:pt x="71178" y="2025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3" name="任意多边形: 形状 93"/>
              <p:cNvSpPr/>
              <p:nvPr/>
            </p:nvSpPr>
            <p:spPr>
              <a:xfrm>
                <a:off x="5970" y="6144"/>
                <a:ext cx="764" cy="616"/>
              </a:xfrm>
              <a:custGeom>
                <a:avLst/>
                <a:gdLst/>
                <a:ahLst/>
                <a:cxnLst>
                  <a:cxn ang="0">
                    <a:pos x="754" y="142"/>
                  </a:cxn>
                  <a:cxn ang="0">
                    <a:pos x="722" y="160"/>
                  </a:cxn>
                  <a:cxn ang="0">
                    <a:pos x="642" y="209"/>
                  </a:cxn>
                  <a:cxn ang="0">
                    <a:pos x="536" y="279"/>
                  </a:cxn>
                  <a:cxn ang="0">
                    <a:pos x="482" y="319"/>
                  </a:cxn>
                  <a:cxn ang="0">
                    <a:pos x="423" y="363"/>
                  </a:cxn>
                  <a:cxn ang="0">
                    <a:pos x="321" y="450"/>
                  </a:cxn>
                  <a:cxn ang="0">
                    <a:pos x="278" y="490"/>
                  </a:cxn>
                  <a:cxn ang="0">
                    <a:pos x="241" y="530"/>
                  </a:cxn>
                  <a:cxn ang="0">
                    <a:pos x="190" y="587"/>
                  </a:cxn>
                  <a:cxn ang="0">
                    <a:pos x="172" y="609"/>
                  </a:cxn>
                  <a:cxn ang="0">
                    <a:pos x="100" y="565"/>
                  </a:cxn>
                  <a:cxn ang="0">
                    <a:pos x="27" y="521"/>
                  </a:cxn>
                  <a:cxn ang="0">
                    <a:pos x="49" y="499"/>
                  </a:cxn>
                  <a:cxn ang="0">
                    <a:pos x="107" y="437"/>
                  </a:cxn>
                  <a:cxn ang="0">
                    <a:pos x="198" y="354"/>
                  </a:cxn>
                  <a:cxn ang="0">
                    <a:pos x="311" y="261"/>
                  </a:cxn>
                  <a:cxn ang="0">
                    <a:pos x="372" y="217"/>
                  </a:cxn>
                  <a:cxn ang="0">
                    <a:pos x="434" y="173"/>
                  </a:cxn>
                  <a:cxn ang="0">
                    <a:pos x="496" y="134"/>
                  </a:cxn>
                  <a:cxn ang="0">
                    <a:pos x="551" y="99"/>
                  </a:cxn>
                  <a:cxn ang="0">
                    <a:pos x="638" y="50"/>
                  </a:cxn>
                  <a:cxn ang="0">
                    <a:pos x="671" y="32"/>
                  </a:cxn>
                  <a:cxn ang="0">
                    <a:pos x="711" y="85"/>
                  </a:cxn>
                  <a:cxn ang="0">
                    <a:pos x="754" y="142"/>
                  </a:cxn>
                </a:cxnLst>
                <a:rect l="0" t="0" r="0" b="0"/>
                <a:pathLst>
                  <a:path w="243045" h="162030">
                    <a:moveTo>
                      <a:pt x="240152" y="37614"/>
                    </a:moveTo>
                    <a:cubicBezTo>
                      <a:pt x="240152" y="37614"/>
                      <a:pt x="236680" y="38771"/>
                      <a:pt x="229736" y="42244"/>
                    </a:cubicBezTo>
                    <a:cubicBezTo>
                      <a:pt x="223949" y="45716"/>
                      <a:pt x="214691" y="49188"/>
                      <a:pt x="204274" y="54975"/>
                    </a:cubicBezTo>
                    <a:cubicBezTo>
                      <a:pt x="193858" y="59604"/>
                      <a:pt x="183442" y="66548"/>
                      <a:pt x="170711" y="73492"/>
                    </a:cubicBezTo>
                    <a:cubicBezTo>
                      <a:pt x="163767" y="76964"/>
                      <a:pt x="159137" y="80437"/>
                      <a:pt x="153350" y="83909"/>
                    </a:cubicBezTo>
                    <a:cubicBezTo>
                      <a:pt x="147564" y="87381"/>
                      <a:pt x="140619" y="90853"/>
                      <a:pt x="134833" y="95482"/>
                    </a:cubicBezTo>
                    <a:cubicBezTo>
                      <a:pt x="123259" y="103584"/>
                      <a:pt x="111685" y="110528"/>
                      <a:pt x="102427" y="118629"/>
                    </a:cubicBezTo>
                    <a:cubicBezTo>
                      <a:pt x="97797" y="122101"/>
                      <a:pt x="93168" y="125574"/>
                      <a:pt x="88538" y="129046"/>
                    </a:cubicBezTo>
                    <a:cubicBezTo>
                      <a:pt x="83909" y="132518"/>
                      <a:pt x="80437" y="135990"/>
                      <a:pt x="76965" y="139462"/>
                    </a:cubicBezTo>
                    <a:cubicBezTo>
                      <a:pt x="70020" y="145249"/>
                      <a:pt x="64234" y="151035"/>
                      <a:pt x="60761" y="154508"/>
                    </a:cubicBezTo>
                    <a:cubicBezTo>
                      <a:pt x="57289" y="157980"/>
                      <a:pt x="54975" y="160294"/>
                      <a:pt x="54975" y="160294"/>
                    </a:cubicBezTo>
                    <a:cubicBezTo>
                      <a:pt x="54975" y="160294"/>
                      <a:pt x="43401" y="154508"/>
                      <a:pt x="31827" y="148721"/>
                    </a:cubicBezTo>
                    <a:cubicBezTo>
                      <a:pt x="20254" y="142934"/>
                      <a:pt x="8680" y="137147"/>
                      <a:pt x="8680" y="137147"/>
                    </a:cubicBezTo>
                    <a:cubicBezTo>
                      <a:pt x="8680" y="137147"/>
                      <a:pt x="10995" y="134832"/>
                      <a:pt x="15624" y="131360"/>
                    </a:cubicBezTo>
                    <a:cubicBezTo>
                      <a:pt x="20254" y="127888"/>
                      <a:pt x="26041" y="122101"/>
                      <a:pt x="34142" y="115157"/>
                    </a:cubicBezTo>
                    <a:cubicBezTo>
                      <a:pt x="42244" y="109371"/>
                      <a:pt x="51503" y="101269"/>
                      <a:pt x="63076" y="93167"/>
                    </a:cubicBezTo>
                    <a:cubicBezTo>
                      <a:pt x="74650" y="85066"/>
                      <a:pt x="86223" y="76964"/>
                      <a:pt x="98954" y="68863"/>
                    </a:cubicBezTo>
                    <a:cubicBezTo>
                      <a:pt x="105899" y="65391"/>
                      <a:pt x="111685" y="60761"/>
                      <a:pt x="118630" y="57289"/>
                    </a:cubicBezTo>
                    <a:cubicBezTo>
                      <a:pt x="125574" y="53817"/>
                      <a:pt x="132518" y="49188"/>
                      <a:pt x="138305" y="45716"/>
                    </a:cubicBezTo>
                    <a:cubicBezTo>
                      <a:pt x="144091" y="42244"/>
                      <a:pt x="151036" y="38771"/>
                      <a:pt x="157980" y="35299"/>
                    </a:cubicBezTo>
                    <a:cubicBezTo>
                      <a:pt x="163767" y="31827"/>
                      <a:pt x="170711" y="29513"/>
                      <a:pt x="175340" y="26041"/>
                    </a:cubicBezTo>
                    <a:cubicBezTo>
                      <a:pt x="185756" y="20254"/>
                      <a:pt x="196173" y="16782"/>
                      <a:pt x="203117" y="13310"/>
                    </a:cubicBezTo>
                    <a:cubicBezTo>
                      <a:pt x="210061" y="9837"/>
                      <a:pt x="213533" y="8680"/>
                      <a:pt x="213533" y="8680"/>
                    </a:cubicBezTo>
                    <a:cubicBezTo>
                      <a:pt x="213533" y="8680"/>
                      <a:pt x="220477" y="15624"/>
                      <a:pt x="226264" y="22569"/>
                    </a:cubicBezTo>
                    <a:cubicBezTo>
                      <a:pt x="233208" y="30670"/>
                      <a:pt x="240152" y="37614"/>
                      <a:pt x="240152" y="3761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5" name="任意多边形: 形状 94"/>
              <p:cNvSpPr/>
              <p:nvPr/>
            </p:nvSpPr>
            <p:spPr>
              <a:xfrm>
                <a:off x="6896" y="5781"/>
                <a:ext cx="981" cy="484"/>
              </a:xfrm>
              <a:custGeom>
                <a:avLst/>
                <a:gdLst/>
                <a:ahLst/>
                <a:cxnLst>
                  <a:cxn ang="0">
                    <a:pos x="964" y="151"/>
                  </a:cxn>
                  <a:cxn ang="0">
                    <a:pos x="924" y="160"/>
                  </a:cxn>
                  <a:cxn ang="0">
                    <a:pos x="819" y="187"/>
                  </a:cxn>
                  <a:cxn ang="0">
                    <a:pos x="746" y="204"/>
                  </a:cxn>
                  <a:cxn ang="0">
                    <a:pos x="670" y="226"/>
                  </a:cxn>
                  <a:cxn ang="0">
                    <a:pos x="506" y="279"/>
                  </a:cxn>
                  <a:cxn ang="0">
                    <a:pos x="426" y="310"/>
                  </a:cxn>
                  <a:cxn ang="0">
                    <a:pos x="350" y="341"/>
                  </a:cxn>
                  <a:cxn ang="0">
                    <a:pos x="219" y="398"/>
                  </a:cxn>
                  <a:cxn ang="0">
                    <a:pos x="128" y="442"/>
                  </a:cxn>
                  <a:cxn ang="0">
                    <a:pos x="96" y="459"/>
                  </a:cxn>
                  <a:cxn ang="0">
                    <a:pos x="59" y="407"/>
                  </a:cxn>
                  <a:cxn ang="0">
                    <a:pos x="27" y="354"/>
                  </a:cxn>
                  <a:cxn ang="0">
                    <a:pos x="63" y="336"/>
                  </a:cxn>
                  <a:cxn ang="0">
                    <a:pos x="161" y="292"/>
                  </a:cxn>
                  <a:cxn ang="0">
                    <a:pos x="303" y="235"/>
                  </a:cxn>
                  <a:cxn ang="0">
                    <a:pos x="386" y="204"/>
                  </a:cxn>
                  <a:cxn ang="0">
                    <a:pos x="474" y="173"/>
                  </a:cxn>
                  <a:cxn ang="0">
                    <a:pos x="652" y="116"/>
                  </a:cxn>
                  <a:cxn ang="0">
                    <a:pos x="812" y="72"/>
                  </a:cxn>
                  <a:cxn ang="0">
                    <a:pos x="928" y="46"/>
                  </a:cxn>
                  <a:cxn ang="0">
                    <a:pos x="961" y="37"/>
                  </a:cxn>
                  <a:cxn ang="0">
                    <a:pos x="971" y="32"/>
                  </a:cxn>
                  <a:cxn ang="0">
                    <a:pos x="971" y="50"/>
                  </a:cxn>
                  <a:cxn ang="0">
                    <a:pos x="971" y="90"/>
                  </a:cxn>
                  <a:cxn ang="0">
                    <a:pos x="964" y="151"/>
                  </a:cxn>
                </a:cxnLst>
                <a:rect l="0" t="0" r="0" b="0"/>
                <a:pathLst>
                  <a:path w="312487" h="127309">
                    <a:moveTo>
                      <a:pt x="307279" y="39929"/>
                    </a:moveTo>
                    <a:cubicBezTo>
                      <a:pt x="307279" y="39929"/>
                      <a:pt x="302650" y="41086"/>
                      <a:pt x="294548" y="42244"/>
                    </a:cubicBezTo>
                    <a:cubicBezTo>
                      <a:pt x="286447" y="43401"/>
                      <a:pt x="274873" y="46873"/>
                      <a:pt x="260985" y="49188"/>
                    </a:cubicBezTo>
                    <a:cubicBezTo>
                      <a:pt x="254041" y="50345"/>
                      <a:pt x="245939" y="52660"/>
                      <a:pt x="237838" y="53817"/>
                    </a:cubicBezTo>
                    <a:cubicBezTo>
                      <a:pt x="229736" y="56132"/>
                      <a:pt x="221635" y="58447"/>
                      <a:pt x="213533" y="59604"/>
                    </a:cubicBezTo>
                    <a:cubicBezTo>
                      <a:pt x="196173" y="63076"/>
                      <a:pt x="178812" y="68863"/>
                      <a:pt x="161452" y="73492"/>
                    </a:cubicBezTo>
                    <a:cubicBezTo>
                      <a:pt x="152193" y="75807"/>
                      <a:pt x="144091" y="79279"/>
                      <a:pt x="135990" y="81594"/>
                    </a:cubicBezTo>
                    <a:cubicBezTo>
                      <a:pt x="127888" y="83909"/>
                      <a:pt x="118630" y="86223"/>
                      <a:pt x="111685" y="89695"/>
                    </a:cubicBezTo>
                    <a:cubicBezTo>
                      <a:pt x="96640" y="95482"/>
                      <a:pt x="81594" y="100112"/>
                      <a:pt x="70020" y="104741"/>
                    </a:cubicBezTo>
                    <a:cubicBezTo>
                      <a:pt x="58447" y="109371"/>
                      <a:pt x="48031" y="112843"/>
                      <a:pt x="41086" y="116315"/>
                    </a:cubicBezTo>
                    <a:cubicBezTo>
                      <a:pt x="34142" y="118629"/>
                      <a:pt x="30670" y="120944"/>
                      <a:pt x="30670" y="120944"/>
                    </a:cubicBezTo>
                    <a:cubicBezTo>
                      <a:pt x="30670" y="120944"/>
                      <a:pt x="24883" y="114000"/>
                      <a:pt x="19097" y="107056"/>
                    </a:cubicBezTo>
                    <a:cubicBezTo>
                      <a:pt x="13310" y="100112"/>
                      <a:pt x="8680" y="93168"/>
                      <a:pt x="8680" y="93168"/>
                    </a:cubicBezTo>
                    <a:cubicBezTo>
                      <a:pt x="8680" y="93168"/>
                      <a:pt x="13310" y="92010"/>
                      <a:pt x="20254" y="88538"/>
                    </a:cubicBezTo>
                    <a:cubicBezTo>
                      <a:pt x="28355" y="86223"/>
                      <a:pt x="37614" y="81594"/>
                      <a:pt x="51503" y="76965"/>
                    </a:cubicBezTo>
                    <a:cubicBezTo>
                      <a:pt x="65391" y="72335"/>
                      <a:pt x="79279" y="66548"/>
                      <a:pt x="96640" y="61919"/>
                    </a:cubicBezTo>
                    <a:cubicBezTo>
                      <a:pt x="104741" y="59604"/>
                      <a:pt x="114000" y="56132"/>
                      <a:pt x="123259" y="53817"/>
                    </a:cubicBezTo>
                    <a:cubicBezTo>
                      <a:pt x="132518" y="51503"/>
                      <a:pt x="141777" y="48031"/>
                      <a:pt x="151036" y="45716"/>
                    </a:cubicBezTo>
                    <a:cubicBezTo>
                      <a:pt x="169553" y="39929"/>
                      <a:pt x="189229" y="35300"/>
                      <a:pt x="207746" y="30670"/>
                    </a:cubicBezTo>
                    <a:cubicBezTo>
                      <a:pt x="226264" y="26041"/>
                      <a:pt x="243625" y="22569"/>
                      <a:pt x="258670" y="19097"/>
                    </a:cubicBezTo>
                    <a:cubicBezTo>
                      <a:pt x="273716" y="15624"/>
                      <a:pt x="286447" y="13310"/>
                      <a:pt x="295706" y="12152"/>
                    </a:cubicBezTo>
                    <a:cubicBezTo>
                      <a:pt x="300335" y="10995"/>
                      <a:pt x="303807" y="10995"/>
                      <a:pt x="306122" y="9838"/>
                    </a:cubicBezTo>
                    <a:cubicBezTo>
                      <a:pt x="308437" y="9838"/>
                      <a:pt x="309594" y="8680"/>
                      <a:pt x="309594" y="8680"/>
                    </a:cubicBezTo>
                    <a:cubicBezTo>
                      <a:pt x="309594" y="8680"/>
                      <a:pt x="309594" y="10995"/>
                      <a:pt x="309594" y="13310"/>
                    </a:cubicBezTo>
                    <a:cubicBezTo>
                      <a:pt x="309594" y="15624"/>
                      <a:pt x="309594" y="20254"/>
                      <a:pt x="309594" y="23726"/>
                    </a:cubicBezTo>
                    <a:cubicBezTo>
                      <a:pt x="307279" y="32985"/>
                      <a:pt x="307279" y="39929"/>
                      <a:pt x="307279" y="39929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7" name="任意多边形: 形状 95"/>
              <p:cNvSpPr/>
              <p:nvPr/>
            </p:nvSpPr>
            <p:spPr>
              <a:xfrm>
                <a:off x="8171" y="5653"/>
                <a:ext cx="1163" cy="269"/>
              </a:xfrm>
              <a:custGeom>
                <a:avLst/>
                <a:gdLst/>
                <a:ahLst/>
                <a:cxnLst>
                  <a:cxn ang="0">
                    <a:pos x="1063" y="145"/>
                  </a:cxn>
                  <a:cxn ang="0">
                    <a:pos x="1015" y="145"/>
                  </a:cxn>
                  <a:cxn ang="0">
                    <a:pos x="895" y="150"/>
                  </a:cxn>
                  <a:cxn ang="0">
                    <a:pos x="815" y="154"/>
                  </a:cxn>
                  <a:cxn ang="0">
                    <a:pos x="728" y="159"/>
                  </a:cxn>
                  <a:cxn ang="0">
                    <a:pos x="536" y="177"/>
                  </a:cxn>
                  <a:cxn ang="0">
                    <a:pos x="347" y="199"/>
                  </a:cxn>
                  <a:cxn ang="0">
                    <a:pos x="183" y="226"/>
                  </a:cxn>
                  <a:cxn ang="0">
                    <a:pos x="70" y="248"/>
                  </a:cxn>
                  <a:cxn ang="0">
                    <a:pos x="38" y="253"/>
                  </a:cxn>
                  <a:cxn ang="0">
                    <a:pos x="27" y="257"/>
                  </a:cxn>
                  <a:cxn ang="0">
                    <a:pos x="30" y="199"/>
                  </a:cxn>
                  <a:cxn ang="0">
                    <a:pos x="38" y="141"/>
                  </a:cxn>
                  <a:cxn ang="0">
                    <a:pos x="85" y="132"/>
                  </a:cxn>
                  <a:cxn ang="0">
                    <a:pos x="136" y="123"/>
                  </a:cxn>
                  <a:cxn ang="0">
                    <a:pos x="205" y="114"/>
                  </a:cxn>
                  <a:cxn ang="0">
                    <a:pos x="285" y="100"/>
                  </a:cxn>
                  <a:cxn ang="0">
                    <a:pos x="376" y="87"/>
                  </a:cxn>
                  <a:cxn ang="0">
                    <a:pos x="474" y="73"/>
                  </a:cxn>
                  <a:cxn ang="0">
                    <a:pos x="576" y="65"/>
                  </a:cxn>
                  <a:cxn ang="0">
                    <a:pos x="626" y="60"/>
                  </a:cxn>
                  <a:cxn ang="0">
                    <a:pos x="677" y="56"/>
                  </a:cxn>
                  <a:cxn ang="0">
                    <a:pos x="779" y="47"/>
                  </a:cxn>
                  <a:cxn ang="0">
                    <a:pos x="957" y="38"/>
                  </a:cxn>
                  <a:cxn ang="0">
                    <a:pos x="1135" y="33"/>
                  </a:cxn>
                  <a:cxn ang="0">
                    <a:pos x="1092" y="87"/>
                  </a:cxn>
                  <a:cxn ang="0">
                    <a:pos x="1063" y="145"/>
                  </a:cxn>
                </a:cxnLst>
                <a:rect l="0" t="0" r="0" b="0"/>
                <a:pathLst>
                  <a:path w="370355" h="69441">
                    <a:moveTo>
                      <a:pt x="338528" y="37614"/>
                    </a:moveTo>
                    <a:cubicBezTo>
                      <a:pt x="338528" y="37614"/>
                      <a:pt x="332741" y="37614"/>
                      <a:pt x="323483" y="37614"/>
                    </a:cubicBezTo>
                    <a:cubicBezTo>
                      <a:pt x="314224" y="37614"/>
                      <a:pt x="301493" y="38771"/>
                      <a:pt x="285290" y="38771"/>
                    </a:cubicBezTo>
                    <a:cubicBezTo>
                      <a:pt x="277188" y="38771"/>
                      <a:pt x="269086" y="38771"/>
                      <a:pt x="259828" y="39929"/>
                    </a:cubicBezTo>
                    <a:cubicBezTo>
                      <a:pt x="250569" y="39929"/>
                      <a:pt x="241310" y="41086"/>
                      <a:pt x="232051" y="41086"/>
                    </a:cubicBezTo>
                    <a:cubicBezTo>
                      <a:pt x="212376" y="42244"/>
                      <a:pt x="191543" y="43401"/>
                      <a:pt x="170711" y="45716"/>
                    </a:cubicBezTo>
                    <a:cubicBezTo>
                      <a:pt x="149878" y="46873"/>
                      <a:pt x="130203" y="49188"/>
                      <a:pt x="110528" y="51503"/>
                    </a:cubicBezTo>
                    <a:cubicBezTo>
                      <a:pt x="92010" y="53817"/>
                      <a:pt x="73492" y="56132"/>
                      <a:pt x="58447" y="58447"/>
                    </a:cubicBezTo>
                    <a:cubicBezTo>
                      <a:pt x="43401" y="60761"/>
                      <a:pt x="30670" y="61919"/>
                      <a:pt x="22569" y="64233"/>
                    </a:cubicBezTo>
                    <a:cubicBezTo>
                      <a:pt x="17939" y="65391"/>
                      <a:pt x="14467" y="65391"/>
                      <a:pt x="12152" y="65391"/>
                    </a:cubicBezTo>
                    <a:cubicBezTo>
                      <a:pt x="9838" y="65391"/>
                      <a:pt x="8680" y="66548"/>
                      <a:pt x="8680" y="66548"/>
                    </a:cubicBezTo>
                    <a:cubicBezTo>
                      <a:pt x="8680" y="66548"/>
                      <a:pt x="8680" y="58447"/>
                      <a:pt x="9838" y="51503"/>
                    </a:cubicBezTo>
                    <a:cubicBezTo>
                      <a:pt x="10995" y="44558"/>
                      <a:pt x="12152" y="36457"/>
                      <a:pt x="12152" y="36457"/>
                    </a:cubicBezTo>
                    <a:cubicBezTo>
                      <a:pt x="12152" y="36457"/>
                      <a:pt x="17939" y="35299"/>
                      <a:pt x="27198" y="34142"/>
                    </a:cubicBezTo>
                    <a:cubicBezTo>
                      <a:pt x="31827" y="32985"/>
                      <a:pt x="37614" y="32985"/>
                      <a:pt x="43401" y="31827"/>
                    </a:cubicBezTo>
                    <a:cubicBezTo>
                      <a:pt x="50345" y="30670"/>
                      <a:pt x="57290" y="30670"/>
                      <a:pt x="65391" y="29513"/>
                    </a:cubicBezTo>
                    <a:cubicBezTo>
                      <a:pt x="73492" y="28355"/>
                      <a:pt x="81594" y="27198"/>
                      <a:pt x="90853" y="26041"/>
                    </a:cubicBezTo>
                    <a:cubicBezTo>
                      <a:pt x="100112" y="24883"/>
                      <a:pt x="110528" y="23726"/>
                      <a:pt x="119787" y="22569"/>
                    </a:cubicBezTo>
                    <a:cubicBezTo>
                      <a:pt x="130203" y="21411"/>
                      <a:pt x="140619" y="20254"/>
                      <a:pt x="151036" y="19096"/>
                    </a:cubicBezTo>
                    <a:cubicBezTo>
                      <a:pt x="161452" y="17939"/>
                      <a:pt x="173026" y="17939"/>
                      <a:pt x="183442" y="16782"/>
                    </a:cubicBezTo>
                    <a:lnTo>
                      <a:pt x="199645" y="15624"/>
                    </a:lnTo>
                    <a:cubicBezTo>
                      <a:pt x="205432" y="15624"/>
                      <a:pt x="211218" y="14467"/>
                      <a:pt x="215848" y="14467"/>
                    </a:cubicBezTo>
                    <a:cubicBezTo>
                      <a:pt x="226264" y="13310"/>
                      <a:pt x="237838" y="13310"/>
                      <a:pt x="248254" y="12152"/>
                    </a:cubicBezTo>
                    <a:cubicBezTo>
                      <a:pt x="269086" y="10995"/>
                      <a:pt x="288762" y="10995"/>
                      <a:pt x="304965" y="9837"/>
                    </a:cubicBezTo>
                    <a:cubicBezTo>
                      <a:pt x="338528" y="9837"/>
                      <a:pt x="361675" y="8680"/>
                      <a:pt x="361675" y="8680"/>
                    </a:cubicBezTo>
                    <a:cubicBezTo>
                      <a:pt x="361675" y="8680"/>
                      <a:pt x="354731" y="15624"/>
                      <a:pt x="347787" y="22569"/>
                    </a:cubicBezTo>
                    <a:cubicBezTo>
                      <a:pt x="344315" y="30670"/>
                      <a:pt x="338528" y="37614"/>
                      <a:pt x="338528" y="3761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9" name="任意多边形: 形状 92"/>
              <p:cNvSpPr/>
              <p:nvPr/>
            </p:nvSpPr>
            <p:spPr>
              <a:xfrm>
                <a:off x="5584" y="6694"/>
                <a:ext cx="519" cy="647"/>
              </a:xfrm>
              <a:custGeom>
                <a:avLst/>
                <a:gdLst/>
                <a:ahLst/>
                <a:cxnLst>
                  <a:cxn ang="0">
                    <a:pos x="499" y="105"/>
                  </a:cxn>
                  <a:cxn ang="0">
                    <a:pos x="330" y="368"/>
                  </a:cxn>
                  <a:cxn ang="0">
                    <a:pos x="296" y="467"/>
                  </a:cxn>
                  <a:cxn ang="0">
                    <a:pos x="283" y="515"/>
                  </a:cxn>
                  <a:cxn ang="0">
                    <a:pos x="274" y="558"/>
                  </a:cxn>
                  <a:cxn ang="0">
                    <a:pos x="265" y="618"/>
                  </a:cxn>
                  <a:cxn ang="0">
                    <a:pos x="265" y="644"/>
                  </a:cxn>
                  <a:cxn ang="0">
                    <a:pos x="149" y="623"/>
                  </a:cxn>
                  <a:cxn ang="0">
                    <a:pos x="32" y="597"/>
                  </a:cxn>
                  <a:cxn ang="0">
                    <a:pos x="49" y="506"/>
                  </a:cxn>
                  <a:cxn ang="0">
                    <a:pos x="75" y="411"/>
                  </a:cxn>
                  <a:cxn ang="0">
                    <a:pos x="97" y="360"/>
                  </a:cxn>
                  <a:cxn ang="0">
                    <a:pos x="105" y="334"/>
                  </a:cxn>
                  <a:cxn ang="0">
                    <a:pos x="118" y="308"/>
                  </a:cxn>
                  <a:cxn ang="0">
                    <a:pos x="144" y="256"/>
                  </a:cxn>
                  <a:cxn ang="0">
                    <a:pos x="179" y="204"/>
                  </a:cxn>
                  <a:cxn ang="0">
                    <a:pos x="244" y="114"/>
                  </a:cxn>
                  <a:cxn ang="0">
                    <a:pos x="296" y="53"/>
                  </a:cxn>
                  <a:cxn ang="0">
                    <a:pos x="317" y="32"/>
                  </a:cxn>
                  <a:cxn ang="0">
                    <a:pos x="408" y="71"/>
                  </a:cxn>
                  <a:cxn ang="0">
                    <a:pos x="499" y="105"/>
                  </a:cxn>
                </a:cxnLst>
                <a:rect l="0" t="0" r="0" b="0"/>
                <a:pathLst>
                  <a:path w="138883" h="173604">
                    <a:moveTo>
                      <a:pt x="133675" y="28355"/>
                    </a:moveTo>
                    <a:cubicBezTo>
                      <a:pt x="133675" y="28355"/>
                      <a:pt x="102426" y="63076"/>
                      <a:pt x="88538" y="98954"/>
                    </a:cubicBezTo>
                    <a:cubicBezTo>
                      <a:pt x="85066" y="108213"/>
                      <a:pt x="80437" y="117472"/>
                      <a:pt x="79279" y="125574"/>
                    </a:cubicBezTo>
                    <a:cubicBezTo>
                      <a:pt x="78122" y="130203"/>
                      <a:pt x="76964" y="133675"/>
                      <a:pt x="75807" y="138305"/>
                    </a:cubicBezTo>
                    <a:cubicBezTo>
                      <a:pt x="74650" y="141777"/>
                      <a:pt x="74650" y="146406"/>
                      <a:pt x="73492" y="149878"/>
                    </a:cubicBezTo>
                    <a:cubicBezTo>
                      <a:pt x="72335" y="156822"/>
                      <a:pt x="71178" y="162609"/>
                      <a:pt x="71178" y="166081"/>
                    </a:cubicBezTo>
                    <a:cubicBezTo>
                      <a:pt x="71178" y="170711"/>
                      <a:pt x="71178" y="173025"/>
                      <a:pt x="71178" y="173025"/>
                    </a:cubicBezTo>
                    <a:cubicBezTo>
                      <a:pt x="71178" y="173025"/>
                      <a:pt x="54975" y="169553"/>
                      <a:pt x="39929" y="167239"/>
                    </a:cubicBezTo>
                    <a:cubicBezTo>
                      <a:pt x="23726" y="163767"/>
                      <a:pt x="8680" y="160295"/>
                      <a:pt x="8680" y="160295"/>
                    </a:cubicBezTo>
                    <a:cubicBezTo>
                      <a:pt x="8680" y="160295"/>
                      <a:pt x="9837" y="151036"/>
                      <a:pt x="13310" y="135990"/>
                    </a:cubicBezTo>
                    <a:cubicBezTo>
                      <a:pt x="15624" y="129046"/>
                      <a:pt x="17939" y="119787"/>
                      <a:pt x="20254" y="110528"/>
                    </a:cubicBezTo>
                    <a:cubicBezTo>
                      <a:pt x="22569" y="105899"/>
                      <a:pt x="23726" y="101269"/>
                      <a:pt x="26041" y="96640"/>
                    </a:cubicBezTo>
                    <a:cubicBezTo>
                      <a:pt x="27198" y="94325"/>
                      <a:pt x="28355" y="92010"/>
                      <a:pt x="28355" y="89695"/>
                    </a:cubicBezTo>
                    <a:lnTo>
                      <a:pt x="31827" y="82751"/>
                    </a:lnTo>
                    <a:cubicBezTo>
                      <a:pt x="34142" y="78122"/>
                      <a:pt x="36457" y="73492"/>
                      <a:pt x="38771" y="68863"/>
                    </a:cubicBezTo>
                    <a:cubicBezTo>
                      <a:pt x="41086" y="64234"/>
                      <a:pt x="44558" y="59604"/>
                      <a:pt x="48030" y="54975"/>
                    </a:cubicBezTo>
                    <a:cubicBezTo>
                      <a:pt x="52660" y="45716"/>
                      <a:pt x="59604" y="37614"/>
                      <a:pt x="65391" y="30670"/>
                    </a:cubicBezTo>
                    <a:cubicBezTo>
                      <a:pt x="70020" y="23726"/>
                      <a:pt x="75807" y="17939"/>
                      <a:pt x="79279" y="14467"/>
                    </a:cubicBezTo>
                    <a:cubicBezTo>
                      <a:pt x="82751" y="10995"/>
                      <a:pt x="85066" y="8680"/>
                      <a:pt x="85066" y="8680"/>
                    </a:cubicBezTo>
                    <a:cubicBezTo>
                      <a:pt x="85066" y="8680"/>
                      <a:pt x="97797" y="14467"/>
                      <a:pt x="109371" y="19097"/>
                    </a:cubicBezTo>
                    <a:cubicBezTo>
                      <a:pt x="120944" y="22569"/>
                      <a:pt x="133675" y="28355"/>
                      <a:pt x="133675" y="28355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>
                <a:outerShdw blurRad="520700" dist="228600" dir="2700000" sx="103000" sy="103000" algn="tl" rotWithShape="0">
                  <a:schemeClr val="accent1">
                    <a:lumMod val="75000"/>
                    <a:alpha val="14000"/>
                  </a:scheme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1" name="矩形: 圆角 20"/>
            <p:cNvSpPr/>
            <p:nvPr/>
          </p:nvSpPr>
          <p:spPr>
            <a:xfrm>
              <a:off x="4454285" y="1884166"/>
              <a:ext cx="2574290" cy="49974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20700" dist="228600" dir="2700000" sx="103000" sy="103000" algn="tl" rotWithShape="0">
                <a:schemeClr val="accent2">
                  <a:alpha val="14000"/>
                </a:scheme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2400" kern="0" dirty="0">
                  <a:solidFill>
                    <a:schemeClr val="bg1"/>
                  </a:solidFill>
                  <a:latin typeface="+mj-ea"/>
                  <a:ea typeface="+mj-ea"/>
                  <a:cs typeface="阿里巴巴普惠体 H" panose="00020600040101010101" pitchFamily="18" charset="-122"/>
                  <a:sym typeface="思源黑体 CN Medium" panose="020B0600000000000000" pitchFamily="34" charset="-122"/>
                </a:rPr>
                <a:t>监控指标持久化</a:t>
              </a:r>
              <a:endParaRPr lang="zh-CN" altLang="en-US" sz="2400" kern="0" dirty="0">
                <a:solidFill>
                  <a:schemeClr val="bg1"/>
                </a:solidFill>
                <a:latin typeface="+mj-ea"/>
                <a:ea typeface="+mj-ea"/>
                <a:cs typeface="阿里巴巴普惠体 H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9259330" y="2383911"/>
              <a:ext cx="2839085" cy="5238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20700" dist="228600" dir="2700000" sx="103000" sy="103000" algn="tl" rotWithShape="0">
                <a:schemeClr val="accent1">
                  <a:alpha val="14000"/>
                </a:scheme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2400" kern="0" dirty="0">
                  <a:solidFill>
                    <a:schemeClr val="bg1"/>
                  </a:solidFill>
                  <a:latin typeface="+mj-ea"/>
                  <a:ea typeface="+mj-ea"/>
                  <a:cs typeface="阿里巴巴普惠体 H" panose="00020600040101010101" pitchFamily="18" charset="-122"/>
                  <a:sym typeface="思源黑体 CN Medium" panose="020B0600000000000000" pitchFamily="34" charset="-122"/>
                </a:rPr>
                <a:t>跨厂商成本精细化</a:t>
              </a:r>
              <a:endParaRPr lang="zh-CN" altLang="en-US" sz="2400" kern="0" dirty="0">
                <a:solidFill>
                  <a:schemeClr val="bg1"/>
                </a:solidFill>
                <a:latin typeface="+mj-ea"/>
                <a:ea typeface="+mj-ea"/>
                <a:cs typeface="阿里巴巴普惠体 H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882410" y="3467221"/>
              <a:ext cx="2290445" cy="53467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20700" dist="228600" dir="2700000" sx="103000" sy="103000" algn="tl" rotWithShape="0">
                <a:schemeClr val="accent1">
                  <a:alpha val="14000"/>
                </a:scheme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2400" kern="0" dirty="0">
                  <a:solidFill>
                    <a:schemeClr val="bg1"/>
                  </a:solidFill>
                  <a:latin typeface="+mj-ea"/>
                  <a:ea typeface="+mj-ea"/>
                  <a:cs typeface="阿里巴巴普惠体 H" panose="00020600040101010101" pitchFamily="18" charset="-122"/>
                  <a:sym typeface="思源黑体 CN Medium" panose="020B0600000000000000" pitchFamily="34" charset="-122"/>
                </a:rPr>
                <a:t>语义召回优化</a:t>
              </a:r>
              <a:endParaRPr lang="zh-CN" altLang="en-US" sz="2400" kern="0" dirty="0">
                <a:solidFill>
                  <a:schemeClr val="bg1"/>
                </a:solidFill>
                <a:latin typeface="+mj-ea"/>
                <a:ea typeface="+mj-ea"/>
                <a:cs typeface="阿里巴巴普惠体 H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83045" y="4139051"/>
              <a:ext cx="2425065" cy="1949450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统一多源向量集合标准，打通Knowledge Search工具与主后端ES引擎的直连通道，消除信息割裂，大幅提升检索精准度与响应速度，夯实知识服务基础。</a:t>
              </a:r>
              <a:endParaRPr lang="en-US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167900" y="2408041"/>
              <a:ext cx="3632835" cy="1418590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引入Prometheus时序数据库，实现系统运行指标的长期存储与可视化监控。通过历史数据回溯，为性能瓶颈分析、故障快速排查及系统架构优化提供坚实的数据支撑。</a:t>
              </a:r>
              <a:endParaRPr lang="en-US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409825" y="3136386"/>
              <a:ext cx="2452370" cy="1949450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建立多模型厂商API调用的统一计费与分摊标准，完善成本核算机制。实现成本消耗的实时监控与精准统计，优化资源调度策略，进一步降低服务成本，提升投入产出比。</a:t>
              </a:r>
              <a:endParaRPr lang="en-US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3830" y="1007745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构建可信可控的岗位能力动态演化体系</a:t>
            </a:r>
            <a:endParaRPr lang="en-US" altLang="en-US" sz="2000" b="1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69700">
                <a:srgbClr val="0B5095">
                  <a:alpha val="87000"/>
                </a:srgb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/>
        </p:nvGrpSpPr>
        <p:grpSpPr>
          <a:xfrm>
            <a:off x="956853" y="3886782"/>
            <a:ext cx="5332967" cy="538870"/>
            <a:chOff x="956853" y="3886782"/>
            <a:chExt cx="5332967" cy="538870"/>
          </a:xfrm>
        </p:grpSpPr>
        <p:sp>
          <p:nvSpPr>
            <p:cNvPr id="41" name="矩形 40"/>
            <p:cNvSpPr/>
            <p:nvPr/>
          </p:nvSpPr>
          <p:spPr>
            <a:xfrm>
              <a:off x="956853" y="3886782"/>
              <a:ext cx="5332967" cy="538870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42962" y="3965823"/>
              <a:ext cx="4514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岗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位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能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力  动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态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演</a:t>
              </a:r>
              <a:r>
                <a:rPr lang="en-US" altLang="zh-CN" sz="2000" dirty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+mn-ea"/>
                </a:rPr>
                <a:t>化</a:t>
              </a:r>
              <a:endParaRPr lang="zh-CN" altLang="en-US" sz="2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43" name="TextBox 17"/>
          <p:cNvSpPr txBox="1"/>
          <p:nvPr/>
        </p:nvSpPr>
        <p:spPr>
          <a:xfrm>
            <a:off x="1007502" y="4528493"/>
            <a:ext cx="6614676" cy="62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  <a:ea typeface="Roboto Light" charset="0"/>
                <a:cs typeface="Roboto Light" charset="0"/>
              </a:rPr>
              <a:t>岗位能力画像不该是一次性的静态产物，而是随市场持续演化、每一步都可验证的活系统。</a:t>
            </a:r>
            <a:endParaRPr lang="en-US" sz="1400" dirty="0">
              <a:solidFill>
                <a:schemeClr val="bg1"/>
              </a:solidFill>
              <a:ea typeface="Roboto Light" charset="0"/>
              <a:cs typeface="Roboto Light" charset="0"/>
            </a:endParaRPr>
          </a:p>
        </p:txBody>
      </p:sp>
      <p:sp>
        <p:nvSpPr>
          <p:cNvPr id="45" name="任意多边形: 形状 44"/>
          <p:cNvSpPr/>
          <p:nvPr/>
        </p:nvSpPr>
        <p:spPr>
          <a:xfrm>
            <a:off x="6313919" y="5846229"/>
            <a:ext cx="960632" cy="339237"/>
          </a:xfrm>
          <a:custGeom>
            <a:avLst/>
            <a:gdLst>
              <a:gd name="csX0" fmla="*/ 1140900 w 1176900"/>
              <a:gd name="csY0" fmla="*/ 343610 h 415610"/>
              <a:gd name="csX1" fmla="*/ 1176900 w 1176900"/>
              <a:gd name="csY1" fmla="*/ 379610 h 415610"/>
              <a:gd name="csX2" fmla="*/ 1140900 w 1176900"/>
              <a:gd name="csY2" fmla="*/ 415610 h 415610"/>
              <a:gd name="csX3" fmla="*/ 1104900 w 1176900"/>
              <a:gd name="csY3" fmla="*/ 379610 h 415610"/>
              <a:gd name="csX4" fmla="*/ 1140900 w 1176900"/>
              <a:gd name="csY4" fmla="*/ 343610 h 415610"/>
              <a:gd name="csX5" fmla="*/ 919920 w 1176900"/>
              <a:gd name="csY5" fmla="*/ 343610 h 415610"/>
              <a:gd name="csX6" fmla="*/ 955920 w 1176900"/>
              <a:gd name="csY6" fmla="*/ 379610 h 415610"/>
              <a:gd name="csX7" fmla="*/ 919920 w 1176900"/>
              <a:gd name="csY7" fmla="*/ 415610 h 415610"/>
              <a:gd name="csX8" fmla="*/ 883920 w 1176900"/>
              <a:gd name="csY8" fmla="*/ 379610 h 415610"/>
              <a:gd name="csX9" fmla="*/ 919920 w 1176900"/>
              <a:gd name="csY9" fmla="*/ 343610 h 415610"/>
              <a:gd name="csX10" fmla="*/ 698940 w 1176900"/>
              <a:gd name="csY10" fmla="*/ 343610 h 415610"/>
              <a:gd name="csX11" fmla="*/ 734940 w 1176900"/>
              <a:gd name="csY11" fmla="*/ 379610 h 415610"/>
              <a:gd name="csX12" fmla="*/ 698940 w 1176900"/>
              <a:gd name="csY12" fmla="*/ 415610 h 415610"/>
              <a:gd name="csX13" fmla="*/ 662940 w 1176900"/>
              <a:gd name="csY13" fmla="*/ 379610 h 415610"/>
              <a:gd name="csX14" fmla="*/ 698940 w 1176900"/>
              <a:gd name="csY14" fmla="*/ 343610 h 415610"/>
              <a:gd name="csX15" fmla="*/ 477960 w 1176900"/>
              <a:gd name="csY15" fmla="*/ 343610 h 415610"/>
              <a:gd name="csX16" fmla="*/ 513960 w 1176900"/>
              <a:gd name="csY16" fmla="*/ 379610 h 415610"/>
              <a:gd name="csX17" fmla="*/ 477960 w 1176900"/>
              <a:gd name="csY17" fmla="*/ 415610 h 415610"/>
              <a:gd name="csX18" fmla="*/ 441960 w 1176900"/>
              <a:gd name="csY18" fmla="*/ 379610 h 415610"/>
              <a:gd name="csX19" fmla="*/ 477960 w 1176900"/>
              <a:gd name="csY19" fmla="*/ 343610 h 415610"/>
              <a:gd name="csX20" fmla="*/ 256980 w 1176900"/>
              <a:gd name="csY20" fmla="*/ 343610 h 415610"/>
              <a:gd name="csX21" fmla="*/ 292980 w 1176900"/>
              <a:gd name="csY21" fmla="*/ 379610 h 415610"/>
              <a:gd name="csX22" fmla="*/ 256980 w 1176900"/>
              <a:gd name="csY22" fmla="*/ 415610 h 415610"/>
              <a:gd name="csX23" fmla="*/ 220980 w 1176900"/>
              <a:gd name="csY23" fmla="*/ 379610 h 415610"/>
              <a:gd name="csX24" fmla="*/ 256980 w 1176900"/>
              <a:gd name="csY24" fmla="*/ 343610 h 415610"/>
              <a:gd name="csX25" fmla="*/ 36000 w 1176900"/>
              <a:gd name="csY25" fmla="*/ 343610 h 415610"/>
              <a:gd name="csX26" fmla="*/ 72000 w 1176900"/>
              <a:gd name="csY26" fmla="*/ 379610 h 415610"/>
              <a:gd name="csX27" fmla="*/ 36000 w 1176900"/>
              <a:gd name="csY27" fmla="*/ 415610 h 415610"/>
              <a:gd name="csX28" fmla="*/ 0 w 1176900"/>
              <a:gd name="csY28" fmla="*/ 379610 h 415610"/>
              <a:gd name="csX29" fmla="*/ 36000 w 1176900"/>
              <a:gd name="csY29" fmla="*/ 343610 h 415610"/>
              <a:gd name="csX30" fmla="*/ 1140900 w 1176900"/>
              <a:gd name="csY30" fmla="*/ 171805 h 415610"/>
              <a:gd name="csX31" fmla="*/ 1176900 w 1176900"/>
              <a:gd name="csY31" fmla="*/ 207805 h 415610"/>
              <a:gd name="csX32" fmla="*/ 1140900 w 1176900"/>
              <a:gd name="csY32" fmla="*/ 243805 h 415610"/>
              <a:gd name="csX33" fmla="*/ 1104900 w 1176900"/>
              <a:gd name="csY33" fmla="*/ 207805 h 415610"/>
              <a:gd name="csX34" fmla="*/ 1140900 w 1176900"/>
              <a:gd name="csY34" fmla="*/ 171805 h 415610"/>
              <a:gd name="csX35" fmla="*/ 919920 w 1176900"/>
              <a:gd name="csY35" fmla="*/ 171805 h 415610"/>
              <a:gd name="csX36" fmla="*/ 955920 w 1176900"/>
              <a:gd name="csY36" fmla="*/ 207805 h 415610"/>
              <a:gd name="csX37" fmla="*/ 919920 w 1176900"/>
              <a:gd name="csY37" fmla="*/ 243805 h 415610"/>
              <a:gd name="csX38" fmla="*/ 883920 w 1176900"/>
              <a:gd name="csY38" fmla="*/ 207805 h 415610"/>
              <a:gd name="csX39" fmla="*/ 919920 w 1176900"/>
              <a:gd name="csY39" fmla="*/ 171805 h 415610"/>
              <a:gd name="csX40" fmla="*/ 698940 w 1176900"/>
              <a:gd name="csY40" fmla="*/ 171805 h 415610"/>
              <a:gd name="csX41" fmla="*/ 734940 w 1176900"/>
              <a:gd name="csY41" fmla="*/ 207805 h 415610"/>
              <a:gd name="csX42" fmla="*/ 698940 w 1176900"/>
              <a:gd name="csY42" fmla="*/ 243805 h 415610"/>
              <a:gd name="csX43" fmla="*/ 662940 w 1176900"/>
              <a:gd name="csY43" fmla="*/ 207805 h 415610"/>
              <a:gd name="csX44" fmla="*/ 698940 w 1176900"/>
              <a:gd name="csY44" fmla="*/ 171805 h 415610"/>
              <a:gd name="csX45" fmla="*/ 477960 w 1176900"/>
              <a:gd name="csY45" fmla="*/ 171805 h 415610"/>
              <a:gd name="csX46" fmla="*/ 513960 w 1176900"/>
              <a:gd name="csY46" fmla="*/ 207805 h 415610"/>
              <a:gd name="csX47" fmla="*/ 477960 w 1176900"/>
              <a:gd name="csY47" fmla="*/ 243805 h 415610"/>
              <a:gd name="csX48" fmla="*/ 441960 w 1176900"/>
              <a:gd name="csY48" fmla="*/ 207805 h 415610"/>
              <a:gd name="csX49" fmla="*/ 477960 w 1176900"/>
              <a:gd name="csY49" fmla="*/ 171805 h 415610"/>
              <a:gd name="csX50" fmla="*/ 256980 w 1176900"/>
              <a:gd name="csY50" fmla="*/ 171805 h 415610"/>
              <a:gd name="csX51" fmla="*/ 292980 w 1176900"/>
              <a:gd name="csY51" fmla="*/ 207805 h 415610"/>
              <a:gd name="csX52" fmla="*/ 256980 w 1176900"/>
              <a:gd name="csY52" fmla="*/ 243805 h 415610"/>
              <a:gd name="csX53" fmla="*/ 220980 w 1176900"/>
              <a:gd name="csY53" fmla="*/ 207805 h 415610"/>
              <a:gd name="csX54" fmla="*/ 256980 w 1176900"/>
              <a:gd name="csY54" fmla="*/ 171805 h 415610"/>
              <a:gd name="csX55" fmla="*/ 36000 w 1176900"/>
              <a:gd name="csY55" fmla="*/ 171805 h 415610"/>
              <a:gd name="csX56" fmla="*/ 72000 w 1176900"/>
              <a:gd name="csY56" fmla="*/ 207805 h 415610"/>
              <a:gd name="csX57" fmla="*/ 36000 w 1176900"/>
              <a:gd name="csY57" fmla="*/ 243805 h 415610"/>
              <a:gd name="csX58" fmla="*/ 0 w 1176900"/>
              <a:gd name="csY58" fmla="*/ 207805 h 415610"/>
              <a:gd name="csX59" fmla="*/ 36000 w 1176900"/>
              <a:gd name="csY59" fmla="*/ 171805 h 415610"/>
              <a:gd name="csX60" fmla="*/ 1140900 w 1176900"/>
              <a:gd name="csY60" fmla="*/ 0 h 415610"/>
              <a:gd name="csX61" fmla="*/ 1176900 w 1176900"/>
              <a:gd name="csY61" fmla="*/ 36000 h 415610"/>
              <a:gd name="csX62" fmla="*/ 1140900 w 1176900"/>
              <a:gd name="csY62" fmla="*/ 72000 h 415610"/>
              <a:gd name="csX63" fmla="*/ 1104900 w 1176900"/>
              <a:gd name="csY63" fmla="*/ 36000 h 415610"/>
              <a:gd name="csX64" fmla="*/ 1140900 w 1176900"/>
              <a:gd name="csY64" fmla="*/ 0 h 415610"/>
              <a:gd name="csX65" fmla="*/ 919920 w 1176900"/>
              <a:gd name="csY65" fmla="*/ 0 h 415610"/>
              <a:gd name="csX66" fmla="*/ 955920 w 1176900"/>
              <a:gd name="csY66" fmla="*/ 36000 h 415610"/>
              <a:gd name="csX67" fmla="*/ 919920 w 1176900"/>
              <a:gd name="csY67" fmla="*/ 72000 h 415610"/>
              <a:gd name="csX68" fmla="*/ 883920 w 1176900"/>
              <a:gd name="csY68" fmla="*/ 36000 h 415610"/>
              <a:gd name="csX69" fmla="*/ 919920 w 1176900"/>
              <a:gd name="csY69" fmla="*/ 0 h 415610"/>
              <a:gd name="csX70" fmla="*/ 698940 w 1176900"/>
              <a:gd name="csY70" fmla="*/ 0 h 415610"/>
              <a:gd name="csX71" fmla="*/ 734940 w 1176900"/>
              <a:gd name="csY71" fmla="*/ 36000 h 415610"/>
              <a:gd name="csX72" fmla="*/ 698940 w 1176900"/>
              <a:gd name="csY72" fmla="*/ 72000 h 415610"/>
              <a:gd name="csX73" fmla="*/ 662940 w 1176900"/>
              <a:gd name="csY73" fmla="*/ 36000 h 415610"/>
              <a:gd name="csX74" fmla="*/ 698940 w 1176900"/>
              <a:gd name="csY74" fmla="*/ 0 h 415610"/>
              <a:gd name="csX75" fmla="*/ 477960 w 1176900"/>
              <a:gd name="csY75" fmla="*/ 0 h 415610"/>
              <a:gd name="csX76" fmla="*/ 513960 w 1176900"/>
              <a:gd name="csY76" fmla="*/ 36000 h 415610"/>
              <a:gd name="csX77" fmla="*/ 477960 w 1176900"/>
              <a:gd name="csY77" fmla="*/ 72000 h 415610"/>
              <a:gd name="csX78" fmla="*/ 441960 w 1176900"/>
              <a:gd name="csY78" fmla="*/ 36000 h 415610"/>
              <a:gd name="csX79" fmla="*/ 477960 w 1176900"/>
              <a:gd name="csY79" fmla="*/ 0 h 415610"/>
              <a:gd name="csX80" fmla="*/ 256980 w 1176900"/>
              <a:gd name="csY80" fmla="*/ 0 h 415610"/>
              <a:gd name="csX81" fmla="*/ 292980 w 1176900"/>
              <a:gd name="csY81" fmla="*/ 36000 h 415610"/>
              <a:gd name="csX82" fmla="*/ 256980 w 1176900"/>
              <a:gd name="csY82" fmla="*/ 72000 h 415610"/>
              <a:gd name="csX83" fmla="*/ 220980 w 1176900"/>
              <a:gd name="csY83" fmla="*/ 36000 h 415610"/>
              <a:gd name="csX84" fmla="*/ 256980 w 1176900"/>
              <a:gd name="csY84" fmla="*/ 0 h 415610"/>
              <a:gd name="csX85" fmla="*/ 36000 w 1176900"/>
              <a:gd name="csY85" fmla="*/ 0 h 415610"/>
              <a:gd name="csX86" fmla="*/ 72000 w 1176900"/>
              <a:gd name="csY86" fmla="*/ 36000 h 415610"/>
              <a:gd name="csX87" fmla="*/ 36000 w 1176900"/>
              <a:gd name="csY87" fmla="*/ 72000 h 415610"/>
              <a:gd name="csX88" fmla="*/ 0 w 1176900"/>
              <a:gd name="csY88" fmla="*/ 36000 h 415610"/>
              <a:gd name="csX89" fmla="*/ 36000 w 1176900"/>
              <a:gd name="csY89" fmla="*/ 0 h 415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1176900" h="415610">
                <a:moveTo>
                  <a:pt x="1140900" y="343610"/>
                </a:moveTo>
                <a:cubicBezTo>
                  <a:pt x="1160782" y="343610"/>
                  <a:pt x="1176900" y="359728"/>
                  <a:pt x="1176900" y="379610"/>
                </a:cubicBezTo>
                <a:cubicBezTo>
                  <a:pt x="1176900" y="399492"/>
                  <a:pt x="1160782" y="415610"/>
                  <a:pt x="1140900" y="415610"/>
                </a:cubicBezTo>
                <a:cubicBezTo>
                  <a:pt x="1121018" y="415610"/>
                  <a:pt x="1104900" y="399492"/>
                  <a:pt x="1104900" y="379610"/>
                </a:cubicBezTo>
                <a:cubicBezTo>
                  <a:pt x="1104900" y="359728"/>
                  <a:pt x="1121018" y="343610"/>
                  <a:pt x="1140900" y="343610"/>
                </a:cubicBezTo>
                <a:close/>
                <a:moveTo>
                  <a:pt x="919920" y="343610"/>
                </a:moveTo>
                <a:cubicBezTo>
                  <a:pt x="939802" y="343610"/>
                  <a:pt x="955920" y="359728"/>
                  <a:pt x="955920" y="379610"/>
                </a:cubicBezTo>
                <a:cubicBezTo>
                  <a:pt x="955920" y="399492"/>
                  <a:pt x="939802" y="415610"/>
                  <a:pt x="919920" y="415610"/>
                </a:cubicBezTo>
                <a:cubicBezTo>
                  <a:pt x="900038" y="415610"/>
                  <a:pt x="883920" y="399492"/>
                  <a:pt x="883920" y="379610"/>
                </a:cubicBezTo>
                <a:cubicBezTo>
                  <a:pt x="883920" y="359728"/>
                  <a:pt x="900038" y="343610"/>
                  <a:pt x="919920" y="343610"/>
                </a:cubicBezTo>
                <a:close/>
                <a:moveTo>
                  <a:pt x="698940" y="343610"/>
                </a:moveTo>
                <a:cubicBezTo>
                  <a:pt x="718822" y="343610"/>
                  <a:pt x="734940" y="359728"/>
                  <a:pt x="734940" y="379610"/>
                </a:cubicBezTo>
                <a:cubicBezTo>
                  <a:pt x="734940" y="399492"/>
                  <a:pt x="718822" y="415610"/>
                  <a:pt x="698940" y="415610"/>
                </a:cubicBezTo>
                <a:cubicBezTo>
                  <a:pt x="679058" y="415610"/>
                  <a:pt x="662940" y="399492"/>
                  <a:pt x="662940" y="379610"/>
                </a:cubicBezTo>
                <a:cubicBezTo>
                  <a:pt x="662940" y="359728"/>
                  <a:pt x="679058" y="343610"/>
                  <a:pt x="698940" y="343610"/>
                </a:cubicBezTo>
                <a:close/>
                <a:moveTo>
                  <a:pt x="477960" y="343610"/>
                </a:moveTo>
                <a:cubicBezTo>
                  <a:pt x="497842" y="343610"/>
                  <a:pt x="513960" y="359728"/>
                  <a:pt x="513960" y="379610"/>
                </a:cubicBezTo>
                <a:cubicBezTo>
                  <a:pt x="513960" y="399492"/>
                  <a:pt x="497842" y="415610"/>
                  <a:pt x="477960" y="415610"/>
                </a:cubicBezTo>
                <a:cubicBezTo>
                  <a:pt x="458078" y="415610"/>
                  <a:pt x="441960" y="399492"/>
                  <a:pt x="441960" y="379610"/>
                </a:cubicBezTo>
                <a:cubicBezTo>
                  <a:pt x="441960" y="359728"/>
                  <a:pt x="458078" y="343610"/>
                  <a:pt x="477960" y="343610"/>
                </a:cubicBezTo>
                <a:close/>
                <a:moveTo>
                  <a:pt x="256980" y="343610"/>
                </a:moveTo>
                <a:cubicBezTo>
                  <a:pt x="276862" y="343610"/>
                  <a:pt x="292980" y="359728"/>
                  <a:pt x="292980" y="379610"/>
                </a:cubicBezTo>
                <a:cubicBezTo>
                  <a:pt x="292980" y="399492"/>
                  <a:pt x="276862" y="415610"/>
                  <a:pt x="256980" y="415610"/>
                </a:cubicBezTo>
                <a:cubicBezTo>
                  <a:pt x="237098" y="415610"/>
                  <a:pt x="220980" y="399492"/>
                  <a:pt x="220980" y="379610"/>
                </a:cubicBezTo>
                <a:cubicBezTo>
                  <a:pt x="220980" y="359728"/>
                  <a:pt x="237098" y="343610"/>
                  <a:pt x="256980" y="343610"/>
                </a:cubicBezTo>
                <a:close/>
                <a:moveTo>
                  <a:pt x="36000" y="343610"/>
                </a:moveTo>
                <a:cubicBezTo>
                  <a:pt x="55882" y="343610"/>
                  <a:pt x="72000" y="359728"/>
                  <a:pt x="72000" y="379610"/>
                </a:cubicBezTo>
                <a:cubicBezTo>
                  <a:pt x="72000" y="399492"/>
                  <a:pt x="55882" y="415610"/>
                  <a:pt x="36000" y="415610"/>
                </a:cubicBezTo>
                <a:cubicBezTo>
                  <a:pt x="16118" y="415610"/>
                  <a:pt x="0" y="399492"/>
                  <a:pt x="0" y="379610"/>
                </a:cubicBezTo>
                <a:cubicBezTo>
                  <a:pt x="0" y="359728"/>
                  <a:pt x="16118" y="343610"/>
                  <a:pt x="36000" y="343610"/>
                </a:cubicBezTo>
                <a:close/>
                <a:moveTo>
                  <a:pt x="1140900" y="171805"/>
                </a:moveTo>
                <a:cubicBezTo>
                  <a:pt x="1160782" y="171805"/>
                  <a:pt x="1176900" y="187923"/>
                  <a:pt x="1176900" y="207805"/>
                </a:cubicBezTo>
                <a:cubicBezTo>
                  <a:pt x="1176900" y="227687"/>
                  <a:pt x="1160782" y="243805"/>
                  <a:pt x="1140900" y="243805"/>
                </a:cubicBezTo>
                <a:cubicBezTo>
                  <a:pt x="1121018" y="243805"/>
                  <a:pt x="1104900" y="227687"/>
                  <a:pt x="1104900" y="207805"/>
                </a:cubicBezTo>
                <a:cubicBezTo>
                  <a:pt x="1104900" y="187923"/>
                  <a:pt x="1121018" y="171805"/>
                  <a:pt x="1140900" y="171805"/>
                </a:cubicBezTo>
                <a:close/>
                <a:moveTo>
                  <a:pt x="919920" y="171805"/>
                </a:moveTo>
                <a:cubicBezTo>
                  <a:pt x="939802" y="171805"/>
                  <a:pt x="955920" y="187923"/>
                  <a:pt x="955920" y="207805"/>
                </a:cubicBezTo>
                <a:cubicBezTo>
                  <a:pt x="955920" y="227687"/>
                  <a:pt x="939802" y="243805"/>
                  <a:pt x="919920" y="243805"/>
                </a:cubicBezTo>
                <a:cubicBezTo>
                  <a:pt x="900038" y="243805"/>
                  <a:pt x="883920" y="227687"/>
                  <a:pt x="883920" y="207805"/>
                </a:cubicBezTo>
                <a:cubicBezTo>
                  <a:pt x="883920" y="187923"/>
                  <a:pt x="900038" y="171805"/>
                  <a:pt x="919920" y="171805"/>
                </a:cubicBezTo>
                <a:close/>
                <a:moveTo>
                  <a:pt x="698940" y="171805"/>
                </a:moveTo>
                <a:cubicBezTo>
                  <a:pt x="718822" y="171805"/>
                  <a:pt x="734940" y="187923"/>
                  <a:pt x="734940" y="207805"/>
                </a:cubicBezTo>
                <a:cubicBezTo>
                  <a:pt x="734940" y="227687"/>
                  <a:pt x="718822" y="243805"/>
                  <a:pt x="698940" y="243805"/>
                </a:cubicBezTo>
                <a:cubicBezTo>
                  <a:pt x="679058" y="243805"/>
                  <a:pt x="662940" y="227687"/>
                  <a:pt x="662940" y="207805"/>
                </a:cubicBezTo>
                <a:cubicBezTo>
                  <a:pt x="662940" y="187923"/>
                  <a:pt x="679058" y="171805"/>
                  <a:pt x="698940" y="171805"/>
                </a:cubicBezTo>
                <a:close/>
                <a:moveTo>
                  <a:pt x="477960" y="171805"/>
                </a:moveTo>
                <a:cubicBezTo>
                  <a:pt x="497842" y="171805"/>
                  <a:pt x="513960" y="187923"/>
                  <a:pt x="513960" y="207805"/>
                </a:cubicBezTo>
                <a:cubicBezTo>
                  <a:pt x="513960" y="227687"/>
                  <a:pt x="497842" y="243805"/>
                  <a:pt x="477960" y="243805"/>
                </a:cubicBezTo>
                <a:cubicBezTo>
                  <a:pt x="458078" y="243805"/>
                  <a:pt x="441960" y="227687"/>
                  <a:pt x="441960" y="207805"/>
                </a:cubicBezTo>
                <a:cubicBezTo>
                  <a:pt x="441960" y="187923"/>
                  <a:pt x="458078" y="171805"/>
                  <a:pt x="477960" y="171805"/>
                </a:cubicBezTo>
                <a:close/>
                <a:moveTo>
                  <a:pt x="256980" y="171805"/>
                </a:moveTo>
                <a:cubicBezTo>
                  <a:pt x="276862" y="171805"/>
                  <a:pt x="292980" y="187923"/>
                  <a:pt x="292980" y="207805"/>
                </a:cubicBezTo>
                <a:cubicBezTo>
                  <a:pt x="292980" y="227687"/>
                  <a:pt x="276862" y="243805"/>
                  <a:pt x="256980" y="243805"/>
                </a:cubicBezTo>
                <a:cubicBezTo>
                  <a:pt x="237098" y="243805"/>
                  <a:pt x="220980" y="227687"/>
                  <a:pt x="220980" y="207805"/>
                </a:cubicBezTo>
                <a:cubicBezTo>
                  <a:pt x="220980" y="187923"/>
                  <a:pt x="237098" y="171805"/>
                  <a:pt x="256980" y="171805"/>
                </a:cubicBezTo>
                <a:close/>
                <a:moveTo>
                  <a:pt x="36000" y="171805"/>
                </a:moveTo>
                <a:cubicBezTo>
                  <a:pt x="55882" y="171805"/>
                  <a:pt x="72000" y="187923"/>
                  <a:pt x="72000" y="207805"/>
                </a:cubicBezTo>
                <a:cubicBezTo>
                  <a:pt x="72000" y="227687"/>
                  <a:pt x="55882" y="243805"/>
                  <a:pt x="36000" y="243805"/>
                </a:cubicBezTo>
                <a:cubicBezTo>
                  <a:pt x="16118" y="243805"/>
                  <a:pt x="0" y="227687"/>
                  <a:pt x="0" y="207805"/>
                </a:cubicBezTo>
                <a:cubicBezTo>
                  <a:pt x="0" y="187923"/>
                  <a:pt x="16118" y="171805"/>
                  <a:pt x="36000" y="171805"/>
                </a:cubicBezTo>
                <a:close/>
                <a:moveTo>
                  <a:pt x="1140900" y="0"/>
                </a:moveTo>
                <a:cubicBezTo>
                  <a:pt x="1160782" y="0"/>
                  <a:pt x="1176900" y="16118"/>
                  <a:pt x="1176900" y="36000"/>
                </a:cubicBezTo>
                <a:cubicBezTo>
                  <a:pt x="1176900" y="55882"/>
                  <a:pt x="1160782" y="72000"/>
                  <a:pt x="1140900" y="72000"/>
                </a:cubicBezTo>
                <a:cubicBezTo>
                  <a:pt x="1121018" y="72000"/>
                  <a:pt x="1104900" y="55882"/>
                  <a:pt x="1104900" y="36000"/>
                </a:cubicBezTo>
                <a:cubicBezTo>
                  <a:pt x="1104900" y="16118"/>
                  <a:pt x="1121018" y="0"/>
                  <a:pt x="1140900" y="0"/>
                </a:cubicBezTo>
                <a:close/>
                <a:moveTo>
                  <a:pt x="919920" y="0"/>
                </a:moveTo>
                <a:cubicBezTo>
                  <a:pt x="939802" y="0"/>
                  <a:pt x="955920" y="16118"/>
                  <a:pt x="955920" y="36000"/>
                </a:cubicBezTo>
                <a:cubicBezTo>
                  <a:pt x="955920" y="55882"/>
                  <a:pt x="939802" y="72000"/>
                  <a:pt x="919920" y="72000"/>
                </a:cubicBezTo>
                <a:cubicBezTo>
                  <a:pt x="900038" y="72000"/>
                  <a:pt x="883920" y="55882"/>
                  <a:pt x="883920" y="36000"/>
                </a:cubicBezTo>
                <a:cubicBezTo>
                  <a:pt x="883920" y="16118"/>
                  <a:pt x="900038" y="0"/>
                  <a:pt x="919920" y="0"/>
                </a:cubicBezTo>
                <a:close/>
                <a:moveTo>
                  <a:pt x="698940" y="0"/>
                </a:moveTo>
                <a:cubicBezTo>
                  <a:pt x="718822" y="0"/>
                  <a:pt x="734940" y="16118"/>
                  <a:pt x="734940" y="36000"/>
                </a:cubicBezTo>
                <a:cubicBezTo>
                  <a:pt x="734940" y="55882"/>
                  <a:pt x="718822" y="72000"/>
                  <a:pt x="698940" y="72000"/>
                </a:cubicBezTo>
                <a:cubicBezTo>
                  <a:pt x="679058" y="72000"/>
                  <a:pt x="662940" y="55882"/>
                  <a:pt x="662940" y="36000"/>
                </a:cubicBezTo>
                <a:cubicBezTo>
                  <a:pt x="662940" y="16118"/>
                  <a:pt x="679058" y="0"/>
                  <a:pt x="698940" y="0"/>
                </a:cubicBezTo>
                <a:close/>
                <a:moveTo>
                  <a:pt x="477960" y="0"/>
                </a:moveTo>
                <a:cubicBezTo>
                  <a:pt x="497842" y="0"/>
                  <a:pt x="513960" y="16118"/>
                  <a:pt x="513960" y="36000"/>
                </a:cubicBezTo>
                <a:cubicBezTo>
                  <a:pt x="513960" y="55882"/>
                  <a:pt x="497842" y="72000"/>
                  <a:pt x="477960" y="72000"/>
                </a:cubicBezTo>
                <a:cubicBezTo>
                  <a:pt x="458078" y="72000"/>
                  <a:pt x="441960" y="55882"/>
                  <a:pt x="441960" y="36000"/>
                </a:cubicBezTo>
                <a:cubicBezTo>
                  <a:pt x="441960" y="16118"/>
                  <a:pt x="458078" y="0"/>
                  <a:pt x="477960" y="0"/>
                </a:cubicBezTo>
                <a:close/>
                <a:moveTo>
                  <a:pt x="256980" y="0"/>
                </a:moveTo>
                <a:cubicBezTo>
                  <a:pt x="276862" y="0"/>
                  <a:pt x="292980" y="16118"/>
                  <a:pt x="292980" y="36000"/>
                </a:cubicBezTo>
                <a:cubicBezTo>
                  <a:pt x="292980" y="55882"/>
                  <a:pt x="276862" y="72000"/>
                  <a:pt x="256980" y="72000"/>
                </a:cubicBezTo>
                <a:cubicBezTo>
                  <a:pt x="237098" y="72000"/>
                  <a:pt x="220980" y="55882"/>
                  <a:pt x="220980" y="36000"/>
                </a:cubicBezTo>
                <a:cubicBezTo>
                  <a:pt x="220980" y="16118"/>
                  <a:pt x="237098" y="0"/>
                  <a:pt x="256980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1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 rot="5400000">
            <a:off x="6394987" y="268138"/>
            <a:ext cx="829047" cy="292770"/>
          </a:xfrm>
          <a:custGeom>
            <a:avLst/>
            <a:gdLst>
              <a:gd name="csX0" fmla="*/ 1140900 w 1176900"/>
              <a:gd name="csY0" fmla="*/ 343610 h 415610"/>
              <a:gd name="csX1" fmla="*/ 1176900 w 1176900"/>
              <a:gd name="csY1" fmla="*/ 379610 h 415610"/>
              <a:gd name="csX2" fmla="*/ 1140900 w 1176900"/>
              <a:gd name="csY2" fmla="*/ 415610 h 415610"/>
              <a:gd name="csX3" fmla="*/ 1104900 w 1176900"/>
              <a:gd name="csY3" fmla="*/ 379610 h 415610"/>
              <a:gd name="csX4" fmla="*/ 1140900 w 1176900"/>
              <a:gd name="csY4" fmla="*/ 343610 h 415610"/>
              <a:gd name="csX5" fmla="*/ 919920 w 1176900"/>
              <a:gd name="csY5" fmla="*/ 343610 h 415610"/>
              <a:gd name="csX6" fmla="*/ 955920 w 1176900"/>
              <a:gd name="csY6" fmla="*/ 379610 h 415610"/>
              <a:gd name="csX7" fmla="*/ 919920 w 1176900"/>
              <a:gd name="csY7" fmla="*/ 415610 h 415610"/>
              <a:gd name="csX8" fmla="*/ 883920 w 1176900"/>
              <a:gd name="csY8" fmla="*/ 379610 h 415610"/>
              <a:gd name="csX9" fmla="*/ 919920 w 1176900"/>
              <a:gd name="csY9" fmla="*/ 343610 h 415610"/>
              <a:gd name="csX10" fmla="*/ 698940 w 1176900"/>
              <a:gd name="csY10" fmla="*/ 343610 h 415610"/>
              <a:gd name="csX11" fmla="*/ 734940 w 1176900"/>
              <a:gd name="csY11" fmla="*/ 379610 h 415610"/>
              <a:gd name="csX12" fmla="*/ 698940 w 1176900"/>
              <a:gd name="csY12" fmla="*/ 415610 h 415610"/>
              <a:gd name="csX13" fmla="*/ 662940 w 1176900"/>
              <a:gd name="csY13" fmla="*/ 379610 h 415610"/>
              <a:gd name="csX14" fmla="*/ 698940 w 1176900"/>
              <a:gd name="csY14" fmla="*/ 343610 h 415610"/>
              <a:gd name="csX15" fmla="*/ 477960 w 1176900"/>
              <a:gd name="csY15" fmla="*/ 343610 h 415610"/>
              <a:gd name="csX16" fmla="*/ 513960 w 1176900"/>
              <a:gd name="csY16" fmla="*/ 379610 h 415610"/>
              <a:gd name="csX17" fmla="*/ 477960 w 1176900"/>
              <a:gd name="csY17" fmla="*/ 415610 h 415610"/>
              <a:gd name="csX18" fmla="*/ 441960 w 1176900"/>
              <a:gd name="csY18" fmla="*/ 379610 h 415610"/>
              <a:gd name="csX19" fmla="*/ 477960 w 1176900"/>
              <a:gd name="csY19" fmla="*/ 343610 h 415610"/>
              <a:gd name="csX20" fmla="*/ 256980 w 1176900"/>
              <a:gd name="csY20" fmla="*/ 343610 h 415610"/>
              <a:gd name="csX21" fmla="*/ 292980 w 1176900"/>
              <a:gd name="csY21" fmla="*/ 379610 h 415610"/>
              <a:gd name="csX22" fmla="*/ 256980 w 1176900"/>
              <a:gd name="csY22" fmla="*/ 415610 h 415610"/>
              <a:gd name="csX23" fmla="*/ 220980 w 1176900"/>
              <a:gd name="csY23" fmla="*/ 379610 h 415610"/>
              <a:gd name="csX24" fmla="*/ 256980 w 1176900"/>
              <a:gd name="csY24" fmla="*/ 343610 h 415610"/>
              <a:gd name="csX25" fmla="*/ 36000 w 1176900"/>
              <a:gd name="csY25" fmla="*/ 343610 h 415610"/>
              <a:gd name="csX26" fmla="*/ 72000 w 1176900"/>
              <a:gd name="csY26" fmla="*/ 379610 h 415610"/>
              <a:gd name="csX27" fmla="*/ 36000 w 1176900"/>
              <a:gd name="csY27" fmla="*/ 415610 h 415610"/>
              <a:gd name="csX28" fmla="*/ 0 w 1176900"/>
              <a:gd name="csY28" fmla="*/ 379610 h 415610"/>
              <a:gd name="csX29" fmla="*/ 36000 w 1176900"/>
              <a:gd name="csY29" fmla="*/ 343610 h 415610"/>
              <a:gd name="csX30" fmla="*/ 1140900 w 1176900"/>
              <a:gd name="csY30" fmla="*/ 171805 h 415610"/>
              <a:gd name="csX31" fmla="*/ 1176900 w 1176900"/>
              <a:gd name="csY31" fmla="*/ 207805 h 415610"/>
              <a:gd name="csX32" fmla="*/ 1140900 w 1176900"/>
              <a:gd name="csY32" fmla="*/ 243805 h 415610"/>
              <a:gd name="csX33" fmla="*/ 1104900 w 1176900"/>
              <a:gd name="csY33" fmla="*/ 207805 h 415610"/>
              <a:gd name="csX34" fmla="*/ 1140900 w 1176900"/>
              <a:gd name="csY34" fmla="*/ 171805 h 415610"/>
              <a:gd name="csX35" fmla="*/ 919920 w 1176900"/>
              <a:gd name="csY35" fmla="*/ 171805 h 415610"/>
              <a:gd name="csX36" fmla="*/ 955920 w 1176900"/>
              <a:gd name="csY36" fmla="*/ 207805 h 415610"/>
              <a:gd name="csX37" fmla="*/ 919920 w 1176900"/>
              <a:gd name="csY37" fmla="*/ 243805 h 415610"/>
              <a:gd name="csX38" fmla="*/ 883920 w 1176900"/>
              <a:gd name="csY38" fmla="*/ 207805 h 415610"/>
              <a:gd name="csX39" fmla="*/ 919920 w 1176900"/>
              <a:gd name="csY39" fmla="*/ 171805 h 415610"/>
              <a:gd name="csX40" fmla="*/ 698940 w 1176900"/>
              <a:gd name="csY40" fmla="*/ 171805 h 415610"/>
              <a:gd name="csX41" fmla="*/ 734940 w 1176900"/>
              <a:gd name="csY41" fmla="*/ 207805 h 415610"/>
              <a:gd name="csX42" fmla="*/ 698940 w 1176900"/>
              <a:gd name="csY42" fmla="*/ 243805 h 415610"/>
              <a:gd name="csX43" fmla="*/ 662940 w 1176900"/>
              <a:gd name="csY43" fmla="*/ 207805 h 415610"/>
              <a:gd name="csX44" fmla="*/ 698940 w 1176900"/>
              <a:gd name="csY44" fmla="*/ 171805 h 415610"/>
              <a:gd name="csX45" fmla="*/ 477960 w 1176900"/>
              <a:gd name="csY45" fmla="*/ 171805 h 415610"/>
              <a:gd name="csX46" fmla="*/ 513960 w 1176900"/>
              <a:gd name="csY46" fmla="*/ 207805 h 415610"/>
              <a:gd name="csX47" fmla="*/ 477960 w 1176900"/>
              <a:gd name="csY47" fmla="*/ 243805 h 415610"/>
              <a:gd name="csX48" fmla="*/ 441960 w 1176900"/>
              <a:gd name="csY48" fmla="*/ 207805 h 415610"/>
              <a:gd name="csX49" fmla="*/ 477960 w 1176900"/>
              <a:gd name="csY49" fmla="*/ 171805 h 415610"/>
              <a:gd name="csX50" fmla="*/ 256980 w 1176900"/>
              <a:gd name="csY50" fmla="*/ 171805 h 415610"/>
              <a:gd name="csX51" fmla="*/ 292980 w 1176900"/>
              <a:gd name="csY51" fmla="*/ 207805 h 415610"/>
              <a:gd name="csX52" fmla="*/ 256980 w 1176900"/>
              <a:gd name="csY52" fmla="*/ 243805 h 415610"/>
              <a:gd name="csX53" fmla="*/ 220980 w 1176900"/>
              <a:gd name="csY53" fmla="*/ 207805 h 415610"/>
              <a:gd name="csX54" fmla="*/ 256980 w 1176900"/>
              <a:gd name="csY54" fmla="*/ 171805 h 415610"/>
              <a:gd name="csX55" fmla="*/ 36000 w 1176900"/>
              <a:gd name="csY55" fmla="*/ 171805 h 415610"/>
              <a:gd name="csX56" fmla="*/ 72000 w 1176900"/>
              <a:gd name="csY56" fmla="*/ 207805 h 415610"/>
              <a:gd name="csX57" fmla="*/ 36000 w 1176900"/>
              <a:gd name="csY57" fmla="*/ 243805 h 415610"/>
              <a:gd name="csX58" fmla="*/ 0 w 1176900"/>
              <a:gd name="csY58" fmla="*/ 207805 h 415610"/>
              <a:gd name="csX59" fmla="*/ 36000 w 1176900"/>
              <a:gd name="csY59" fmla="*/ 171805 h 415610"/>
              <a:gd name="csX60" fmla="*/ 1140900 w 1176900"/>
              <a:gd name="csY60" fmla="*/ 0 h 415610"/>
              <a:gd name="csX61" fmla="*/ 1176900 w 1176900"/>
              <a:gd name="csY61" fmla="*/ 36000 h 415610"/>
              <a:gd name="csX62" fmla="*/ 1140900 w 1176900"/>
              <a:gd name="csY62" fmla="*/ 72000 h 415610"/>
              <a:gd name="csX63" fmla="*/ 1104900 w 1176900"/>
              <a:gd name="csY63" fmla="*/ 36000 h 415610"/>
              <a:gd name="csX64" fmla="*/ 1140900 w 1176900"/>
              <a:gd name="csY64" fmla="*/ 0 h 415610"/>
              <a:gd name="csX65" fmla="*/ 919920 w 1176900"/>
              <a:gd name="csY65" fmla="*/ 0 h 415610"/>
              <a:gd name="csX66" fmla="*/ 955920 w 1176900"/>
              <a:gd name="csY66" fmla="*/ 36000 h 415610"/>
              <a:gd name="csX67" fmla="*/ 919920 w 1176900"/>
              <a:gd name="csY67" fmla="*/ 72000 h 415610"/>
              <a:gd name="csX68" fmla="*/ 883920 w 1176900"/>
              <a:gd name="csY68" fmla="*/ 36000 h 415610"/>
              <a:gd name="csX69" fmla="*/ 919920 w 1176900"/>
              <a:gd name="csY69" fmla="*/ 0 h 415610"/>
              <a:gd name="csX70" fmla="*/ 698940 w 1176900"/>
              <a:gd name="csY70" fmla="*/ 0 h 415610"/>
              <a:gd name="csX71" fmla="*/ 734940 w 1176900"/>
              <a:gd name="csY71" fmla="*/ 36000 h 415610"/>
              <a:gd name="csX72" fmla="*/ 698940 w 1176900"/>
              <a:gd name="csY72" fmla="*/ 72000 h 415610"/>
              <a:gd name="csX73" fmla="*/ 662940 w 1176900"/>
              <a:gd name="csY73" fmla="*/ 36000 h 415610"/>
              <a:gd name="csX74" fmla="*/ 698940 w 1176900"/>
              <a:gd name="csY74" fmla="*/ 0 h 415610"/>
              <a:gd name="csX75" fmla="*/ 477960 w 1176900"/>
              <a:gd name="csY75" fmla="*/ 0 h 415610"/>
              <a:gd name="csX76" fmla="*/ 513960 w 1176900"/>
              <a:gd name="csY76" fmla="*/ 36000 h 415610"/>
              <a:gd name="csX77" fmla="*/ 477960 w 1176900"/>
              <a:gd name="csY77" fmla="*/ 72000 h 415610"/>
              <a:gd name="csX78" fmla="*/ 441960 w 1176900"/>
              <a:gd name="csY78" fmla="*/ 36000 h 415610"/>
              <a:gd name="csX79" fmla="*/ 477960 w 1176900"/>
              <a:gd name="csY79" fmla="*/ 0 h 415610"/>
              <a:gd name="csX80" fmla="*/ 256980 w 1176900"/>
              <a:gd name="csY80" fmla="*/ 0 h 415610"/>
              <a:gd name="csX81" fmla="*/ 292980 w 1176900"/>
              <a:gd name="csY81" fmla="*/ 36000 h 415610"/>
              <a:gd name="csX82" fmla="*/ 256980 w 1176900"/>
              <a:gd name="csY82" fmla="*/ 72000 h 415610"/>
              <a:gd name="csX83" fmla="*/ 220980 w 1176900"/>
              <a:gd name="csY83" fmla="*/ 36000 h 415610"/>
              <a:gd name="csX84" fmla="*/ 256980 w 1176900"/>
              <a:gd name="csY84" fmla="*/ 0 h 415610"/>
              <a:gd name="csX85" fmla="*/ 36000 w 1176900"/>
              <a:gd name="csY85" fmla="*/ 0 h 415610"/>
              <a:gd name="csX86" fmla="*/ 72000 w 1176900"/>
              <a:gd name="csY86" fmla="*/ 36000 h 415610"/>
              <a:gd name="csX87" fmla="*/ 36000 w 1176900"/>
              <a:gd name="csY87" fmla="*/ 72000 h 415610"/>
              <a:gd name="csX88" fmla="*/ 0 w 1176900"/>
              <a:gd name="csY88" fmla="*/ 36000 h 415610"/>
              <a:gd name="csX89" fmla="*/ 36000 w 1176900"/>
              <a:gd name="csY89" fmla="*/ 0 h 415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1176900" h="415610">
                <a:moveTo>
                  <a:pt x="1140900" y="343610"/>
                </a:moveTo>
                <a:cubicBezTo>
                  <a:pt x="1160782" y="343610"/>
                  <a:pt x="1176900" y="359728"/>
                  <a:pt x="1176900" y="379610"/>
                </a:cubicBezTo>
                <a:cubicBezTo>
                  <a:pt x="1176900" y="399492"/>
                  <a:pt x="1160782" y="415610"/>
                  <a:pt x="1140900" y="415610"/>
                </a:cubicBezTo>
                <a:cubicBezTo>
                  <a:pt x="1121018" y="415610"/>
                  <a:pt x="1104900" y="399492"/>
                  <a:pt x="1104900" y="379610"/>
                </a:cubicBezTo>
                <a:cubicBezTo>
                  <a:pt x="1104900" y="359728"/>
                  <a:pt x="1121018" y="343610"/>
                  <a:pt x="1140900" y="343610"/>
                </a:cubicBezTo>
                <a:close/>
                <a:moveTo>
                  <a:pt x="919920" y="343610"/>
                </a:moveTo>
                <a:cubicBezTo>
                  <a:pt x="939802" y="343610"/>
                  <a:pt x="955920" y="359728"/>
                  <a:pt x="955920" y="379610"/>
                </a:cubicBezTo>
                <a:cubicBezTo>
                  <a:pt x="955920" y="399492"/>
                  <a:pt x="939802" y="415610"/>
                  <a:pt x="919920" y="415610"/>
                </a:cubicBezTo>
                <a:cubicBezTo>
                  <a:pt x="900038" y="415610"/>
                  <a:pt x="883920" y="399492"/>
                  <a:pt x="883920" y="379610"/>
                </a:cubicBezTo>
                <a:cubicBezTo>
                  <a:pt x="883920" y="359728"/>
                  <a:pt x="900038" y="343610"/>
                  <a:pt x="919920" y="343610"/>
                </a:cubicBezTo>
                <a:close/>
                <a:moveTo>
                  <a:pt x="698940" y="343610"/>
                </a:moveTo>
                <a:cubicBezTo>
                  <a:pt x="718822" y="343610"/>
                  <a:pt x="734940" y="359728"/>
                  <a:pt x="734940" y="379610"/>
                </a:cubicBezTo>
                <a:cubicBezTo>
                  <a:pt x="734940" y="399492"/>
                  <a:pt x="718822" y="415610"/>
                  <a:pt x="698940" y="415610"/>
                </a:cubicBezTo>
                <a:cubicBezTo>
                  <a:pt x="679058" y="415610"/>
                  <a:pt x="662940" y="399492"/>
                  <a:pt x="662940" y="379610"/>
                </a:cubicBezTo>
                <a:cubicBezTo>
                  <a:pt x="662940" y="359728"/>
                  <a:pt x="679058" y="343610"/>
                  <a:pt x="698940" y="343610"/>
                </a:cubicBezTo>
                <a:close/>
                <a:moveTo>
                  <a:pt x="477960" y="343610"/>
                </a:moveTo>
                <a:cubicBezTo>
                  <a:pt x="497842" y="343610"/>
                  <a:pt x="513960" y="359728"/>
                  <a:pt x="513960" y="379610"/>
                </a:cubicBezTo>
                <a:cubicBezTo>
                  <a:pt x="513960" y="399492"/>
                  <a:pt x="497842" y="415610"/>
                  <a:pt x="477960" y="415610"/>
                </a:cubicBezTo>
                <a:cubicBezTo>
                  <a:pt x="458078" y="415610"/>
                  <a:pt x="441960" y="399492"/>
                  <a:pt x="441960" y="379610"/>
                </a:cubicBezTo>
                <a:cubicBezTo>
                  <a:pt x="441960" y="359728"/>
                  <a:pt x="458078" y="343610"/>
                  <a:pt x="477960" y="343610"/>
                </a:cubicBezTo>
                <a:close/>
                <a:moveTo>
                  <a:pt x="256980" y="343610"/>
                </a:moveTo>
                <a:cubicBezTo>
                  <a:pt x="276862" y="343610"/>
                  <a:pt x="292980" y="359728"/>
                  <a:pt x="292980" y="379610"/>
                </a:cubicBezTo>
                <a:cubicBezTo>
                  <a:pt x="292980" y="399492"/>
                  <a:pt x="276862" y="415610"/>
                  <a:pt x="256980" y="415610"/>
                </a:cubicBezTo>
                <a:cubicBezTo>
                  <a:pt x="237098" y="415610"/>
                  <a:pt x="220980" y="399492"/>
                  <a:pt x="220980" y="379610"/>
                </a:cubicBezTo>
                <a:cubicBezTo>
                  <a:pt x="220980" y="359728"/>
                  <a:pt x="237098" y="343610"/>
                  <a:pt x="256980" y="343610"/>
                </a:cubicBezTo>
                <a:close/>
                <a:moveTo>
                  <a:pt x="36000" y="343610"/>
                </a:moveTo>
                <a:cubicBezTo>
                  <a:pt x="55882" y="343610"/>
                  <a:pt x="72000" y="359728"/>
                  <a:pt x="72000" y="379610"/>
                </a:cubicBezTo>
                <a:cubicBezTo>
                  <a:pt x="72000" y="399492"/>
                  <a:pt x="55882" y="415610"/>
                  <a:pt x="36000" y="415610"/>
                </a:cubicBezTo>
                <a:cubicBezTo>
                  <a:pt x="16118" y="415610"/>
                  <a:pt x="0" y="399492"/>
                  <a:pt x="0" y="379610"/>
                </a:cubicBezTo>
                <a:cubicBezTo>
                  <a:pt x="0" y="359728"/>
                  <a:pt x="16118" y="343610"/>
                  <a:pt x="36000" y="343610"/>
                </a:cubicBezTo>
                <a:close/>
                <a:moveTo>
                  <a:pt x="1140900" y="171805"/>
                </a:moveTo>
                <a:cubicBezTo>
                  <a:pt x="1160782" y="171805"/>
                  <a:pt x="1176900" y="187923"/>
                  <a:pt x="1176900" y="207805"/>
                </a:cubicBezTo>
                <a:cubicBezTo>
                  <a:pt x="1176900" y="227687"/>
                  <a:pt x="1160782" y="243805"/>
                  <a:pt x="1140900" y="243805"/>
                </a:cubicBezTo>
                <a:cubicBezTo>
                  <a:pt x="1121018" y="243805"/>
                  <a:pt x="1104900" y="227687"/>
                  <a:pt x="1104900" y="207805"/>
                </a:cubicBezTo>
                <a:cubicBezTo>
                  <a:pt x="1104900" y="187923"/>
                  <a:pt x="1121018" y="171805"/>
                  <a:pt x="1140900" y="171805"/>
                </a:cubicBezTo>
                <a:close/>
                <a:moveTo>
                  <a:pt x="919920" y="171805"/>
                </a:moveTo>
                <a:cubicBezTo>
                  <a:pt x="939802" y="171805"/>
                  <a:pt x="955920" y="187923"/>
                  <a:pt x="955920" y="207805"/>
                </a:cubicBezTo>
                <a:cubicBezTo>
                  <a:pt x="955920" y="227687"/>
                  <a:pt x="939802" y="243805"/>
                  <a:pt x="919920" y="243805"/>
                </a:cubicBezTo>
                <a:cubicBezTo>
                  <a:pt x="900038" y="243805"/>
                  <a:pt x="883920" y="227687"/>
                  <a:pt x="883920" y="207805"/>
                </a:cubicBezTo>
                <a:cubicBezTo>
                  <a:pt x="883920" y="187923"/>
                  <a:pt x="900038" y="171805"/>
                  <a:pt x="919920" y="171805"/>
                </a:cubicBezTo>
                <a:close/>
                <a:moveTo>
                  <a:pt x="698940" y="171805"/>
                </a:moveTo>
                <a:cubicBezTo>
                  <a:pt x="718822" y="171805"/>
                  <a:pt x="734940" y="187923"/>
                  <a:pt x="734940" y="207805"/>
                </a:cubicBezTo>
                <a:cubicBezTo>
                  <a:pt x="734940" y="227687"/>
                  <a:pt x="718822" y="243805"/>
                  <a:pt x="698940" y="243805"/>
                </a:cubicBezTo>
                <a:cubicBezTo>
                  <a:pt x="679058" y="243805"/>
                  <a:pt x="662940" y="227687"/>
                  <a:pt x="662940" y="207805"/>
                </a:cubicBezTo>
                <a:cubicBezTo>
                  <a:pt x="662940" y="187923"/>
                  <a:pt x="679058" y="171805"/>
                  <a:pt x="698940" y="171805"/>
                </a:cubicBezTo>
                <a:close/>
                <a:moveTo>
                  <a:pt x="477960" y="171805"/>
                </a:moveTo>
                <a:cubicBezTo>
                  <a:pt x="497842" y="171805"/>
                  <a:pt x="513960" y="187923"/>
                  <a:pt x="513960" y="207805"/>
                </a:cubicBezTo>
                <a:cubicBezTo>
                  <a:pt x="513960" y="227687"/>
                  <a:pt x="497842" y="243805"/>
                  <a:pt x="477960" y="243805"/>
                </a:cubicBezTo>
                <a:cubicBezTo>
                  <a:pt x="458078" y="243805"/>
                  <a:pt x="441960" y="227687"/>
                  <a:pt x="441960" y="207805"/>
                </a:cubicBezTo>
                <a:cubicBezTo>
                  <a:pt x="441960" y="187923"/>
                  <a:pt x="458078" y="171805"/>
                  <a:pt x="477960" y="171805"/>
                </a:cubicBezTo>
                <a:close/>
                <a:moveTo>
                  <a:pt x="256980" y="171805"/>
                </a:moveTo>
                <a:cubicBezTo>
                  <a:pt x="276862" y="171805"/>
                  <a:pt x="292980" y="187923"/>
                  <a:pt x="292980" y="207805"/>
                </a:cubicBezTo>
                <a:cubicBezTo>
                  <a:pt x="292980" y="227687"/>
                  <a:pt x="276862" y="243805"/>
                  <a:pt x="256980" y="243805"/>
                </a:cubicBezTo>
                <a:cubicBezTo>
                  <a:pt x="237098" y="243805"/>
                  <a:pt x="220980" y="227687"/>
                  <a:pt x="220980" y="207805"/>
                </a:cubicBezTo>
                <a:cubicBezTo>
                  <a:pt x="220980" y="187923"/>
                  <a:pt x="237098" y="171805"/>
                  <a:pt x="256980" y="171805"/>
                </a:cubicBezTo>
                <a:close/>
                <a:moveTo>
                  <a:pt x="36000" y="171805"/>
                </a:moveTo>
                <a:cubicBezTo>
                  <a:pt x="55882" y="171805"/>
                  <a:pt x="72000" y="187923"/>
                  <a:pt x="72000" y="207805"/>
                </a:cubicBezTo>
                <a:cubicBezTo>
                  <a:pt x="72000" y="227687"/>
                  <a:pt x="55882" y="243805"/>
                  <a:pt x="36000" y="243805"/>
                </a:cubicBezTo>
                <a:cubicBezTo>
                  <a:pt x="16118" y="243805"/>
                  <a:pt x="0" y="227687"/>
                  <a:pt x="0" y="207805"/>
                </a:cubicBezTo>
                <a:cubicBezTo>
                  <a:pt x="0" y="187923"/>
                  <a:pt x="16118" y="171805"/>
                  <a:pt x="36000" y="171805"/>
                </a:cubicBezTo>
                <a:close/>
                <a:moveTo>
                  <a:pt x="1140900" y="0"/>
                </a:moveTo>
                <a:cubicBezTo>
                  <a:pt x="1160782" y="0"/>
                  <a:pt x="1176900" y="16118"/>
                  <a:pt x="1176900" y="36000"/>
                </a:cubicBezTo>
                <a:cubicBezTo>
                  <a:pt x="1176900" y="55882"/>
                  <a:pt x="1160782" y="72000"/>
                  <a:pt x="1140900" y="72000"/>
                </a:cubicBezTo>
                <a:cubicBezTo>
                  <a:pt x="1121018" y="72000"/>
                  <a:pt x="1104900" y="55882"/>
                  <a:pt x="1104900" y="36000"/>
                </a:cubicBezTo>
                <a:cubicBezTo>
                  <a:pt x="1104900" y="16118"/>
                  <a:pt x="1121018" y="0"/>
                  <a:pt x="1140900" y="0"/>
                </a:cubicBezTo>
                <a:close/>
                <a:moveTo>
                  <a:pt x="919920" y="0"/>
                </a:moveTo>
                <a:cubicBezTo>
                  <a:pt x="939802" y="0"/>
                  <a:pt x="955920" y="16118"/>
                  <a:pt x="955920" y="36000"/>
                </a:cubicBezTo>
                <a:cubicBezTo>
                  <a:pt x="955920" y="55882"/>
                  <a:pt x="939802" y="72000"/>
                  <a:pt x="919920" y="72000"/>
                </a:cubicBezTo>
                <a:cubicBezTo>
                  <a:pt x="900038" y="72000"/>
                  <a:pt x="883920" y="55882"/>
                  <a:pt x="883920" y="36000"/>
                </a:cubicBezTo>
                <a:cubicBezTo>
                  <a:pt x="883920" y="16118"/>
                  <a:pt x="900038" y="0"/>
                  <a:pt x="919920" y="0"/>
                </a:cubicBezTo>
                <a:close/>
                <a:moveTo>
                  <a:pt x="698940" y="0"/>
                </a:moveTo>
                <a:cubicBezTo>
                  <a:pt x="718822" y="0"/>
                  <a:pt x="734940" y="16118"/>
                  <a:pt x="734940" y="36000"/>
                </a:cubicBezTo>
                <a:cubicBezTo>
                  <a:pt x="734940" y="55882"/>
                  <a:pt x="718822" y="72000"/>
                  <a:pt x="698940" y="72000"/>
                </a:cubicBezTo>
                <a:cubicBezTo>
                  <a:pt x="679058" y="72000"/>
                  <a:pt x="662940" y="55882"/>
                  <a:pt x="662940" y="36000"/>
                </a:cubicBezTo>
                <a:cubicBezTo>
                  <a:pt x="662940" y="16118"/>
                  <a:pt x="679058" y="0"/>
                  <a:pt x="698940" y="0"/>
                </a:cubicBezTo>
                <a:close/>
                <a:moveTo>
                  <a:pt x="477960" y="0"/>
                </a:moveTo>
                <a:cubicBezTo>
                  <a:pt x="497842" y="0"/>
                  <a:pt x="513960" y="16118"/>
                  <a:pt x="513960" y="36000"/>
                </a:cubicBezTo>
                <a:cubicBezTo>
                  <a:pt x="513960" y="55882"/>
                  <a:pt x="497842" y="72000"/>
                  <a:pt x="477960" y="72000"/>
                </a:cubicBezTo>
                <a:cubicBezTo>
                  <a:pt x="458078" y="72000"/>
                  <a:pt x="441960" y="55882"/>
                  <a:pt x="441960" y="36000"/>
                </a:cubicBezTo>
                <a:cubicBezTo>
                  <a:pt x="441960" y="16118"/>
                  <a:pt x="458078" y="0"/>
                  <a:pt x="477960" y="0"/>
                </a:cubicBezTo>
                <a:close/>
                <a:moveTo>
                  <a:pt x="256980" y="0"/>
                </a:moveTo>
                <a:cubicBezTo>
                  <a:pt x="276862" y="0"/>
                  <a:pt x="292980" y="16118"/>
                  <a:pt x="292980" y="36000"/>
                </a:cubicBezTo>
                <a:cubicBezTo>
                  <a:pt x="292980" y="55882"/>
                  <a:pt x="276862" y="72000"/>
                  <a:pt x="256980" y="72000"/>
                </a:cubicBezTo>
                <a:cubicBezTo>
                  <a:pt x="237098" y="72000"/>
                  <a:pt x="220980" y="55882"/>
                  <a:pt x="220980" y="36000"/>
                </a:cubicBezTo>
                <a:cubicBezTo>
                  <a:pt x="220980" y="16118"/>
                  <a:pt x="237098" y="0"/>
                  <a:pt x="256980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14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/>
          <p:cNvSpPr/>
          <p:nvPr/>
        </p:nvSpPr>
        <p:spPr>
          <a:xfrm rot="16200000" flipH="1" flipV="1">
            <a:off x="941879" y="361045"/>
            <a:ext cx="142875" cy="727812"/>
          </a:xfrm>
          <a:custGeom>
            <a:avLst/>
            <a:gdLst>
              <a:gd name="connsiteX0" fmla="*/ 0 w 243078"/>
              <a:gd name="connsiteY0" fmla="*/ 209550 h 1238250"/>
              <a:gd name="connsiteX1" fmla="*/ 243078 w 243078"/>
              <a:gd name="connsiteY1" fmla="*/ 209550 h 1238250"/>
              <a:gd name="connsiteX2" fmla="*/ 121539 w 243078"/>
              <a:gd name="connsiteY2" fmla="*/ 0 h 1238250"/>
              <a:gd name="connsiteX3" fmla="*/ 0 w 243078"/>
              <a:gd name="connsiteY3" fmla="*/ 552450 h 1238250"/>
              <a:gd name="connsiteX4" fmla="*/ 243078 w 243078"/>
              <a:gd name="connsiteY4" fmla="*/ 552450 h 1238250"/>
              <a:gd name="connsiteX5" fmla="*/ 121539 w 243078"/>
              <a:gd name="connsiteY5" fmla="*/ 342900 h 1238250"/>
              <a:gd name="connsiteX6" fmla="*/ 0 w 243078"/>
              <a:gd name="connsiteY6" fmla="*/ 895350 h 1238250"/>
              <a:gd name="connsiteX7" fmla="*/ 243078 w 243078"/>
              <a:gd name="connsiteY7" fmla="*/ 895350 h 1238250"/>
              <a:gd name="connsiteX8" fmla="*/ 121539 w 243078"/>
              <a:gd name="connsiteY8" fmla="*/ 685800 h 1238250"/>
              <a:gd name="connsiteX9" fmla="*/ 0 w 243078"/>
              <a:gd name="connsiteY9" fmla="*/ 1238250 h 1238250"/>
              <a:gd name="connsiteX10" fmla="*/ 243078 w 243078"/>
              <a:gd name="connsiteY10" fmla="*/ 1238250 h 1238250"/>
              <a:gd name="connsiteX11" fmla="*/ 121539 w 243078"/>
              <a:gd name="connsiteY11" fmla="*/ 1028700 h 123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078" h="1238250">
                <a:moveTo>
                  <a:pt x="0" y="209550"/>
                </a:moveTo>
                <a:lnTo>
                  <a:pt x="243078" y="209550"/>
                </a:lnTo>
                <a:lnTo>
                  <a:pt x="121539" y="0"/>
                </a:lnTo>
                <a:close/>
                <a:moveTo>
                  <a:pt x="0" y="552450"/>
                </a:moveTo>
                <a:lnTo>
                  <a:pt x="243078" y="552450"/>
                </a:lnTo>
                <a:lnTo>
                  <a:pt x="121539" y="342900"/>
                </a:lnTo>
                <a:close/>
                <a:moveTo>
                  <a:pt x="0" y="895350"/>
                </a:moveTo>
                <a:lnTo>
                  <a:pt x="243078" y="895350"/>
                </a:lnTo>
                <a:lnTo>
                  <a:pt x="121539" y="685800"/>
                </a:lnTo>
                <a:close/>
                <a:moveTo>
                  <a:pt x="0" y="1238250"/>
                </a:moveTo>
                <a:lnTo>
                  <a:pt x="243078" y="1238250"/>
                </a:lnTo>
                <a:lnTo>
                  <a:pt x="121539" y="1028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3" name="pd-5b767ec2bb80784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25624" y="452809"/>
            <a:ext cx="609600" cy="60960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1103814" y="5492405"/>
            <a:ext cx="4088321" cy="432004"/>
            <a:chOff x="4231775" y="5196796"/>
            <a:chExt cx="4088321" cy="432004"/>
          </a:xfrm>
        </p:grpSpPr>
        <p:grpSp>
          <p:nvGrpSpPr>
            <p:cNvPr id="55" name="组合 54"/>
            <p:cNvGrpSpPr/>
            <p:nvPr/>
          </p:nvGrpSpPr>
          <p:grpSpPr>
            <a:xfrm>
              <a:off x="4231775" y="5196798"/>
              <a:ext cx="1799999" cy="432002"/>
              <a:chOff x="3779035" y="4427271"/>
              <a:chExt cx="2322470" cy="557392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3779035" y="4427271"/>
                <a:ext cx="2322470" cy="557392"/>
                <a:chOff x="4223514" y="4493390"/>
                <a:chExt cx="1763896" cy="423336"/>
              </a:xfrm>
            </p:grpSpPr>
            <p:sp>
              <p:nvSpPr>
                <p:cNvPr id="65" name="矩形: 圆角 64"/>
                <p:cNvSpPr/>
                <p:nvPr/>
              </p:nvSpPr>
              <p:spPr>
                <a:xfrm flipH="1">
                  <a:off x="4223514" y="4493390"/>
                  <a:ext cx="1763896" cy="4233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540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endParaRPr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4279900" y="4546600"/>
                  <a:ext cx="311150" cy="311150"/>
                  <a:chOff x="4279900" y="4546600"/>
                  <a:chExt cx="444500" cy="444500"/>
                </a:xfrm>
              </p:grpSpPr>
              <p:sp>
                <p:nvSpPr>
                  <p:cNvPr id="67" name="椭圆 66"/>
                  <p:cNvSpPr/>
                  <p:nvPr/>
                </p:nvSpPr>
                <p:spPr>
                  <a:xfrm>
                    <a:off x="4279900" y="4546600"/>
                    <a:ext cx="444500" cy="4445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endParaRPr>
                  </a:p>
                </p:txBody>
              </p:sp>
              <p:sp>
                <p:nvSpPr>
                  <p:cNvPr id="68" name="PA-任意多边形 88"/>
                  <p:cNvSpPr>
                    <a:spLocks noChangeArrowheads="1"/>
                  </p:cNvSpPr>
                  <p:nvPr>
                    <p:custDataLst>
                      <p:tags r:id="rId5"/>
                    </p:custDataLst>
                  </p:nvPr>
                </p:nvSpPr>
                <p:spPr bwMode="auto">
                  <a:xfrm>
                    <a:off x="4391107" y="4656174"/>
                    <a:ext cx="222086" cy="225352"/>
                  </a:xfrm>
                  <a:custGeom>
                    <a:avLst/>
                    <a:gdLst>
                      <a:gd name="T0" fmla="*/ 2147483646 w 601"/>
                      <a:gd name="T1" fmla="*/ 2147483646 h 609"/>
                      <a:gd name="T2" fmla="*/ 2147483646 w 601"/>
                      <a:gd name="T3" fmla="*/ 2147483646 h 609"/>
                      <a:gd name="T4" fmla="*/ 0 w 601"/>
                      <a:gd name="T5" fmla="*/ 2147483646 h 609"/>
                      <a:gd name="T6" fmla="*/ 2147483646 w 601"/>
                      <a:gd name="T7" fmla="*/ 0 h 609"/>
                      <a:gd name="T8" fmla="*/ 2147483646 w 601"/>
                      <a:gd name="T9" fmla="*/ 2147483646 h 609"/>
                      <a:gd name="T10" fmla="*/ 2147483646 w 601"/>
                      <a:gd name="T11" fmla="*/ 2147483646 h 609"/>
                      <a:gd name="T12" fmla="*/ 2147483646 w 601"/>
                      <a:gd name="T13" fmla="*/ 2147483646 h 609"/>
                      <a:gd name="T14" fmla="*/ 2147483646 w 601"/>
                      <a:gd name="T15" fmla="*/ 2147483646 h 609"/>
                      <a:gd name="T16" fmla="*/ 2147483646 w 601"/>
                      <a:gd name="T17" fmla="*/ 2147483646 h 609"/>
                      <a:gd name="T18" fmla="*/ 2147483646 w 601"/>
                      <a:gd name="T19" fmla="*/ 2147483646 h 609"/>
                      <a:gd name="T20" fmla="*/ 2147483646 w 601"/>
                      <a:gd name="T21" fmla="*/ 2147483646 h 609"/>
                      <a:gd name="T22" fmla="*/ 2147483646 w 601"/>
                      <a:gd name="T23" fmla="*/ 2147483646 h 609"/>
                      <a:gd name="T24" fmla="*/ 2147483646 w 601"/>
                      <a:gd name="T25" fmla="*/ 2147483646 h 609"/>
                      <a:gd name="T26" fmla="*/ 2147483646 w 601"/>
                      <a:gd name="T27" fmla="*/ 2147483646 h 609"/>
                      <a:gd name="T28" fmla="*/ 2147483646 w 601"/>
                      <a:gd name="T29" fmla="*/ 2147483646 h 609"/>
                      <a:gd name="T30" fmla="*/ 2147483646 w 601"/>
                      <a:gd name="T31" fmla="*/ 2147483646 h 609"/>
                      <a:gd name="T32" fmla="*/ 2147483646 w 601"/>
                      <a:gd name="T33" fmla="*/ 2147483646 h 609"/>
                      <a:gd name="T34" fmla="*/ 2147483646 w 601"/>
                      <a:gd name="T35" fmla="*/ 2147483646 h 609"/>
                      <a:gd name="T36" fmla="*/ 2147483646 w 601"/>
                      <a:gd name="T37" fmla="*/ 2147483646 h 609"/>
                      <a:gd name="T38" fmla="*/ 2147483646 w 601"/>
                      <a:gd name="T39" fmla="*/ 2147483646 h 609"/>
                      <a:gd name="T40" fmla="*/ 2147483646 w 601"/>
                      <a:gd name="T41" fmla="*/ 2147483646 h 609"/>
                      <a:gd name="T42" fmla="*/ 2147483646 w 601"/>
                      <a:gd name="T43" fmla="*/ 2147483646 h 609"/>
                      <a:gd name="T44" fmla="*/ 2147483646 w 601"/>
                      <a:gd name="T45" fmla="*/ 2147483646 h 609"/>
                      <a:gd name="T46" fmla="*/ 2147483646 w 601"/>
                      <a:gd name="T47" fmla="*/ 2147483646 h 609"/>
                      <a:gd name="T48" fmla="*/ 2147483646 w 601"/>
                      <a:gd name="T49" fmla="*/ 2147483646 h 609"/>
                      <a:gd name="T50" fmla="*/ 2147483646 w 601"/>
                      <a:gd name="T51" fmla="*/ 2147483646 h 609"/>
                      <a:gd name="T52" fmla="*/ 2147483646 w 601"/>
                      <a:gd name="T53" fmla="*/ 2147483646 h 609"/>
                      <a:gd name="T54" fmla="*/ 2147483646 w 601"/>
                      <a:gd name="T55" fmla="*/ 2147483646 h 609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601" h="609">
                        <a:moveTo>
                          <a:pt x="297" y="608"/>
                        </a:moveTo>
                        <a:lnTo>
                          <a:pt x="297" y="608"/>
                        </a:lnTo>
                        <a:cubicBezTo>
                          <a:pt x="134" y="608"/>
                          <a:pt x="0" y="474"/>
                          <a:pt x="0" y="304"/>
                        </a:cubicBezTo>
                        <a:cubicBezTo>
                          <a:pt x="0" y="135"/>
                          <a:pt x="134" y="0"/>
                          <a:pt x="297" y="0"/>
                        </a:cubicBezTo>
                        <a:cubicBezTo>
                          <a:pt x="466" y="0"/>
                          <a:pt x="600" y="135"/>
                          <a:pt x="600" y="304"/>
                        </a:cubicBezTo>
                        <a:cubicBezTo>
                          <a:pt x="600" y="474"/>
                          <a:pt x="466" y="608"/>
                          <a:pt x="297" y="608"/>
                        </a:cubicBezTo>
                        <a:close/>
                        <a:moveTo>
                          <a:pt x="297" y="57"/>
                        </a:moveTo>
                        <a:lnTo>
                          <a:pt x="297" y="57"/>
                        </a:lnTo>
                        <a:cubicBezTo>
                          <a:pt x="162" y="57"/>
                          <a:pt x="56" y="170"/>
                          <a:pt x="56" y="304"/>
                        </a:cubicBezTo>
                        <a:cubicBezTo>
                          <a:pt x="56" y="368"/>
                          <a:pt x="78" y="425"/>
                          <a:pt x="120" y="467"/>
                        </a:cubicBezTo>
                        <a:cubicBezTo>
                          <a:pt x="155" y="453"/>
                          <a:pt x="141" y="467"/>
                          <a:pt x="183" y="446"/>
                        </a:cubicBezTo>
                        <a:cubicBezTo>
                          <a:pt x="233" y="425"/>
                          <a:pt x="247" y="418"/>
                          <a:pt x="247" y="418"/>
                        </a:cubicBezTo>
                        <a:cubicBezTo>
                          <a:pt x="247" y="375"/>
                          <a:pt x="247" y="375"/>
                          <a:pt x="247" y="375"/>
                        </a:cubicBezTo>
                        <a:cubicBezTo>
                          <a:pt x="247" y="375"/>
                          <a:pt x="226" y="361"/>
                          <a:pt x="219" y="319"/>
                        </a:cubicBezTo>
                        <a:cubicBezTo>
                          <a:pt x="212" y="326"/>
                          <a:pt x="205" y="304"/>
                          <a:pt x="205" y="297"/>
                        </a:cubicBezTo>
                        <a:cubicBezTo>
                          <a:pt x="205" y="283"/>
                          <a:pt x="198" y="255"/>
                          <a:pt x="212" y="255"/>
                        </a:cubicBezTo>
                        <a:cubicBezTo>
                          <a:pt x="212" y="234"/>
                          <a:pt x="212" y="220"/>
                          <a:pt x="212" y="205"/>
                        </a:cubicBezTo>
                        <a:cubicBezTo>
                          <a:pt x="212" y="177"/>
                          <a:pt x="247" y="135"/>
                          <a:pt x="297" y="135"/>
                        </a:cubicBezTo>
                        <a:cubicBezTo>
                          <a:pt x="360" y="135"/>
                          <a:pt x="381" y="177"/>
                          <a:pt x="389" y="205"/>
                        </a:cubicBezTo>
                        <a:cubicBezTo>
                          <a:pt x="389" y="220"/>
                          <a:pt x="389" y="234"/>
                          <a:pt x="381" y="255"/>
                        </a:cubicBezTo>
                        <a:cubicBezTo>
                          <a:pt x="396" y="255"/>
                          <a:pt x="389" y="283"/>
                          <a:pt x="389" y="297"/>
                        </a:cubicBezTo>
                        <a:cubicBezTo>
                          <a:pt x="389" y="304"/>
                          <a:pt x="389" y="326"/>
                          <a:pt x="374" y="319"/>
                        </a:cubicBezTo>
                        <a:cubicBezTo>
                          <a:pt x="367" y="361"/>
                          <a:pt x="353" y="375"/>
                          <a:pt x="353" y="375"/>
                        </a:cubicBezTo>
                        <a:cubicBezTo>
                          <a:pt x="353" y="418"/>
                          <a:pt x="353" y="418"/>
                          <a:pt x="353" y="418"/>
                        </a:cubicBezTo>
                        <a:cubicBezTo>
                          <a:pt x="353" y="418"/>
                          <a:pt x="367" y="425"/>
                          <a:pt x="410" y="446"/>
                        </a:cubicBezTo>
                        <a:cubicBezTo>
                          <a:pt x="459" y="467"/>
                          <a:pt x="445" y="453"/>
                          <a:pt x="480" y="467"/>
                        </a:cubicBezTo>
                        <a:cubicBezTo>
                          <a:pt x="523" y="425"/>
                          <a:pt x="544" y="368"/>
                          <a:pt x="544" y="304"/>
                        </a:cubicBezTo>
                        <a:cubicBezTo>
                          <a:pt x="544" y="170"/>
                          <a:pt x="431" y="57"/>
                          <a:pt x="297" y="57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txBody>
                  <a:bodyPr wrap="none" anchor="ctr"/>
                  <a:lstStyle/>
                  <a:p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64" name="PA-文本框 9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216583" y="4497074"/>
                <a:ext cx="1732098" cy="39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主讲：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JobHunter 项目组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6340096" y="5196796"/>
              <a:ext cx="1980000" cy="432002"/>
              <a:chOff x="6234515" y="4427268"/>
              <a:chExt cx="2554717" cy="557392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6234515" y="4427268"/>
                <a:ext cx="2554717" cy="557392"/>
                <a:chOff x="6242813" y="4493388"/>
                <a:chExt cx="1940286" cy="423336"/>
              </a:xfrm>
            </p:grpSpPr>
            <p:sp>
              <p:nvSpPr>
                <p:cNvPr id="59" name="矩形: 圆角 58"/>
                <p:cNvSpPr/>
                <p:nvPr/>
              </p:nvSpPr>
              <p:spPr>
                <a:xfrm flipH="1">
                  <a:off x="6242813" y="4493388"/>
                  <a:ext cx="1940286" cy="4233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540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endParaRPr>
                </a:p>
              </p:txBody>
            </p:sp>
            <p:grpSp>
              <p:nvGrpSpPr>
                <p:cNvPr id="60" name="组合 59"/>
                <p:cNvGrpSpPr/>
                <p:nvPr/>
              </p:nvGrpSpPr>
              <p:grpSpPr>
                <a:xfrm>
                  <a:off x="6299200" y="4546600"/>
                  <a:ext cx="311150" cy="311150"/>
                  <a:chOff x="6299200" y="4546600"/>
                  <a:chExt cx="444500" cy="444500"/>
                </a:xfrm>
              </p:grpSpPr>
              <p:sp>
                <p:nvSpPr>
                  <p:cNvPr id="61" name="椭圆 60"/>
                  <p:cNvSpPr/>
                  <p:nvPr/>
                </p:nvSpPr>
                <p:spPr>
                  <a:xfrm>
                    <a:off x="6299200" y="4546600"/>
                    <a:ext cx="444500" cy="4445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endParaRPr>
                  </a:p>
                </p:txBody>
              </p:sp>
              <p:sp>
                <p:nvSpPr>
                  <p:cNvPr id="62" name="PA-任意多边形 87"/>
                  <p:cNvSpPr>
                    <a:spLocks noChangeArrowheads="1"/>
                  </p:cNvSpPr>
                  <p:nvPr>
                    <p:custDataLst>
                      <p:tags r:id="rId7"/>
                    </p:custDataLst>
                  </p:nvPr>
                </p:nvSpPr>
                <p:spPr bwMode="auto">
                  <a:xfrm>
                    <a:off x="6409590" y="4656174"/>
                    <a:ext cx="223720" cy="225352"/>
                  </a:xfrm>
                  <a:custGeom>
                    <a:avLst/>
                    <a:gdLst>
                      <a:gd name="T0" fmla="*/ 2147483646 w 602"/>
                      <a:gd name="T1" fmla="*/ 2147483646 h 609"/>
                      <a:gd name="T2" fmla="*/ 2147483646 w 602"/>
                      <a:gd name="T3" fmla="*/ 2147483646 h 609"/>
                      <a:gd name="T4" fmla="*/ 0 w 602"/>
                      <a:gd name="T5" fmla="*/ 2147483646 h 609"/>
                      <a:gd name="T6" fmla="*/ 2147483646 w 602"/>
                      <a:gd name="T7" fmla="*/ 0 h 609"/>
                      <a:gd name="T8" fmla="*/ 2147483646 w 602"/>
                      <a:gd name="T9" fmla="*/ 2147483646 h 609"/>
                      <a:gd name="T10" fmla="*/ 2147483646 w 602"/>
                      <a:gd name="T11" fmla="*/ 2147483646 h 609"/>
                      <a:gd name="T12" fmla="*/ 2147483646 w 602"/>
                      <a:gd name="T13" fmla="*/ 2147483646 h 609"/>
                      <a:gd name="T14" fmla="*/ 2147483646 w 602"/>
                      <a:gd name="T15" fmla="*/ 2147483646 h 609"/>
                      <a:gd name="T16" fmla="*/ 2147483646 w 602"/>
                      <a:gd name="T17" fmla="*/ 2147483646 h 609"/>
                      <a:gd name="T18" fmla="*/ 2147483646 w 602"/>
                      <a:gd name="T19" fmla="*/ 2147483646 h 609"/>
                      <a:gd name="T20" fmla="*/ 2147483646 w 602"/>
                      <a:gd name="T21" fmla="*/ 2147483646 h 609"/>
                      <a:gd name="T22" fmla="*/ 2147483646 w 602"/>
                      <a:gd name="T23" fmla="*/ 2147483646 h 609"/>
                      <a:gd name="T24" fmla="*/ 2147483646 w 602"/>
                      <a:gd name="T25" fmla="*/ 2147483646 h 609"/>
                      <a:gd name="T26" fmla="*/ 2147483646 w 602"/>
                      <a:gd name="T27" fmla="*/ 2147483646 h 609"/>
                      <a:gd name="T28" fmla="*/ 2147483646 w 602"/>
                      <a:gd name="T29" fmla="*/ 2147483646 h 609"/>
                      <a:gd name="T30" fmla="*/ 2147483646 w 602"/>
                      <a:gd name="T31" fmla="*/ 2147483646 h 609"/>
                      <a:gd name="T32" fmla="*/ 2147483646 w 602"/>
                      <a:gd name="T33" fmla="*/ 2147483646 h 609"/>
                      <a:gd name="T34" fmla="*/ 2147483646 w 602"/>
                      <a:gd name="T35" fmla="*/ 2147483646 h 609"/>
                      <a:gd name="T36" fmla="*/ 2147483646 w 602"/>
                      <a:gd name="T37" fmla="*/ 2147483646 h 609"/>
                      <a:gd name="T38" fmla="*/ 2147483646 w 602"/>
                      <a:gd name="T39" fmla="*/ 2147483646 h 609"/>
                      <a:gd name="T40" fmla="*/ 2147483646 w 602"/>
                      <a:gd name="T41" fmla="*/ 2147483646 h 609"/>
                      <a:gd name="T42" fmla="*/ 2147483646 w 602"/>
                      <a:gd name="T43" fmla="*/ 2147483646 h 609"/>
                      <a:gd name="T44" fmla="*/ 2147483646 w 602"/>
                      <a:gd name="T45" fmla="*/ 2147483646 h 609"/>
                      <a:gd name="T46" fmla="*/ 2147483646 w 602"/>
                      <a:gd name="T47" fmla="*/ 2147483646 h 609"/>
                      <a:gd name="T48" fmla="*/ 2147483646 w 602"/>
                      <a:gd name="T49" fmla="*/ 2147483646 h 609"/>
                      <a:gd name="T50" fmla="*/ 2147483646 w 602"/>
                      <a:gd name="T51" fmla="*/ 2147483646 h 609"/>
                      <a:gd name="T52" fmla="*/ 2147483646 w 602"/>
                      <a:gd name="T53" fmla="*/ 2147483646 h 60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602" h="609">
                        <a:moveTo>
                          <a:pt x="304" y="608"/>
                        </a:moveTo>
                        <a:lnTo>
                          <a:pt x="304" y="608"/>
                        </a:lnTo>
                        <a:cubicBezTo>
                          <a:pt x="134" y="608"/>
                          <a:pt x="0" y="474"/>
                          <a:pt x="0" y="304"/>
                        </a:cubicBezTo>
                        <a:cubicBezTo>
                          <a:pt x="0" y="135"/>
                          <a:pt x="134" y="0"/>
                          <a:pt x="304" y="0"/>
                        </a:cubicBezTo>
                        <a:cubicBezTo>
                          <a:pt x="466" y="0"/>
                          <a:pt x="601" y="135"/>
                          <a:pt x="601" y="304"/>
                        </a:cubicBezTo>
                        <a:cubicBezTo>
                          <a:pt x="601" y="474"/>
                          <a:pt x="466" y="608"/>
                          <a:pt x="304" y="608"/>
                        </a:cubicBezTo>
                        <a:close/>
                        <a:moveTo>
                          <a:pt x="304" y="57"/>
                        </a:moveTo>
                        <a:lnTo>
                          <a:pt x="304" y="57"/>
                        </a:lnTo>
                        <a:cubicBezTo>
                          <a:pt x="169" y="57"/>
                          <a:pt x="56" y="170"/>
                          <a:pt x="56" y="304"/>
                        </a:cubicBezTo>
                        <a:cubicBezTo>
                          <a:pt x="56" y="439"/>
                          <a:pt x="169" y="552"/>
                          <a:pt x="304" y="552"/>
                        </a:cubicBezTo>
                        <a:cubicBezTo>
                          <a:pt x="438" y="552"/>
                          <a:pt x="544" y="439"/>
                          <a:pt x="544" y="304"/>
                        </a:cubicBezTo>
                        <a:cubicBezTo>
                          <a:pt x="544" y="170"/>
                          <a:pt x="438" y="57"/>
                          <a:pt x="304" y="57"/>
                        </a:cubicBezTo>
                        <a:close/>
                        <a:moveTo>
                          <a:pt x="424" y="333"/>
                        </a:moveTo>
                        <a:lnTo>
                          <a:pt x="424" y="333"/>
                        </a:lnTo>
                        <a:cubicBezTo>
                          <a:pt x="367" y="333"/>
                          <a:pt x="367" y="333"/>
                          <a:pt x="367" y="333"/>
                        </a:cubicBezTo>
                        <a:cubicBezTo>
                          <a:pt x="332" y="333"/>
                          <a:pt x="332" y="333"/>
                          <a:pt x="332" y="333"/>
                        </a:cubicBezTo>
                        <a:cubicBezTo>
                          <a:pt x="304" y="333"/>
                          <a:pt x="304" y="333"/>
                          <a:pt x="304" y="333"/>
                        </a:cubicBezTo>
                        <a:cubicBezTo>
                          <a:pt x="283" y="333"/>
                          <a:pt x="276" y="319"/>
                          <a:pt x="276" y="304"/>
                        </a:cubicBezTo>
                        <a:cubicBezTo>
                          <a:pt x="276" y="135"/>
                          <a:pt x="276" y="135"/>
                          <a:pt x="276" y="135"/>
                        </a:cubicBezTo>
                        <a:cubicBezTo>
                          <a:pt x="276" y="121"/>
                          <a:pt x="283" y="107"/>
                          <a:pt x="304" y="107"/>
                        </a:cubicBezTo>
                        <a:cubicBezTo>
                          <a:pt x="318" y="107"/>
                          <a:pt x="332" y="121"/>
                          <a:pt x="332" y="135"/>
                        </a:cubicBezTo>
                        <a:cubicBezTo>
                          <a:pt x="332" y="276"/>
                          <a:pt x="332" y="276"/>
                          <a:pt x="332" y="276"/>
                        </a:cubicBezTo>
                        <a:cubicBezTo>
                          <a:pt x="367" y="276"/>
                          <a:pt x="367" y="276"/>
                          <a:pt x="367" y="276"/>
                        </a:cubicBezTo>
                        <a:cubicBezTo>
                          <a:pt x="424" y="276"/>
                          <a:pt x="424" y="276"/>
                          <a:pt x="424" y="276"/>
                        </a:cubicBezTo>
                        <a:cubicBezTo>
                          <a:pt x="438" y="276"/>
                          <a:pt x="452" y="290"/>
                          <a:pt x="452" y="304"/>
                        </a:cubicBezTo>
                        <a:cubicBezTo>
                          <a:pt x="452" y="319"/>
                          <a:pt x="438" y="333"/>
                          <a:pt x="424" y="33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txBody>
                  <a:bodyPr wrap="none" anchor="ctr"/>
                  <a:lstStyle/>
                  <a:p>
                    <a:endParaRPr lang="zh-CN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58" name="PA-文本框 9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697650" y="4497073"/>
                <a:ext cx="1926942" cy="397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时间：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ea"/>
                    <a:sym typeface="+mn-lt"/>
                  </a:rPr>
                  <a:t>2026-09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774380" y="829211"/>
            <a:ext cx="6603527" cy="2519585"/>
            <a:chOff x="846135" y="1598196"/>
            <a:chExt cx="6603527" cy="2519585"/>
          </a:xfrm>
        </p:grpSpPr>
        <p:sp>
          <p:nvSpPr>
            <p:cNvPr id="36" name="文本框 35"/>
            <p:cNvSpPr txBox="1"/>
            <p:nvPr/>
          </p:nvSpPr>
          <p:spPr>
            <a:xfrm>
              <a:off x="956853" y="1598196"/>
              <a:ext cx="437587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solidFill>
                    <a:schemeClr val="bg1"/>
                  </a:solidFill>
                  <a:latin typeface="+mj-ea"/>
                  <a:ea typeface="+mj-ea"/>
                </a:rPr>
                <a:t>T</a:t>
              </a:r>
              <a:r>
                <a:rPr lang="en-US" altLang="zh-CN" sz="4400" dirty="0">
                  <a:ln>
                    <a:solidFill>
                      <a:schemeClr val="bg1"/>
                    </a:solidFill>
                  </a:ln>
                  <a:noFill/>
                  <a:latin typeface="+mj-ea"/>
                  <a:ea typeface="+mj-ea"/>
                </a:rPr>
                <a:t>ECHNOLOGY</a:t>
              </a:r>
              <a:endParaRPr lang="zh-CN" altLang="en-US" sz="4400" dirty="0">
                <a:ln>
                  <a:solidFill>
                    <a:schemeClr val="bg1"/>
                  </a:solidFill>
                </a:ln>
                <a:noFill/>
                <a:latin typeface="+mj-ea"/>
                <a:ea typeface="+mj-ea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846135" y="1693868"/>
              <a:ext cx="0" cy="1818968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圆: 空心 39"/>
            <p:cNvSpPr/>
            <p:nvPr/>
          </p:nvSpPr>
          <p:spPr>
            <a:xfrm>
              <a:off x="5369929" y="1675146"/>
              <a:ext cx="127848" cy="127848"/>
            </a:xfrm>
            <a:prstGeom prst="donut">
              <a:avLst>
                <a:gd name="adj" fmla="val 2535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953216" y="2086324"/>
              <a:ext cx="313517" cy="2031457"/>
              <a:chOff x="1002203" y="2086324"/>
              <a:chExt cx="313517" cy="2031457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1005840" y="2087686"/>
                <a:ext cx="309880" cy="2030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12600" dirty="0">
                  <a:ln w="1270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027-上首锐棱体" panose="02010609000101010101" pitchFamily="49" charset="-122"/>
                  <a:ea typeface="027-上首锐棱体" panose="02010609000101010101" pitchFamily="49" charset="-122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002203" y="2086324"/>
                <a:ext cx="309880" cy="2030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12600" dirty="0">
                  <a:gradFill>
                    <a:gsLst>
                      <a:gs pos="30000">
                        <a:srgbClr val="15FFFF"/>
                      </a:gs>
                      <a:gs pos="100000">
                        <a:srgbClr val="0059F5"/>
                      </a:gs>
                    </a:gsLst>
                    <a:lin ang="2700000" scaled="0"/>
                  </a:gradFill>
                  <a:latin typeface="027-上首锐棱体" panose="02010609000101010101" pitchFamily="49" charset="-122"/>
                  <a:ea typeface="027-上首锐棱体" panose="02010609000101010101" pitchFamily="49" charset="-122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2434246" y="2367833"/>
              <a:ext cx="5015416" cy="1514032"/>
              <a:chOff x="2532220" y="2400491"/>
              <a:chExt cx="5015416" cy="1514032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532220" y="2407668"/>
                <a:ext cx="5008880" cy="15068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200" spc="300" dirty="0">
                    <a:ln w="12700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027-上首锐棱体" panose="02010609000101010101" pitchFamily="49" charset="-122"/>
                    <a:ea typeface="027-上首锐棱体" panose="02010609000101010101" pitchFamily="49" charset="-122"/>
                  </a:rPr>
                  <a:t>谢谢观看</a:t>
                </a:r>
                <a:endParaRPr lang="zh-CN" altLang="en-US" sz="9200" spc="300" dirty="0">
                  <a:ln w="1270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027-上首锐棱体" panose="02010609000101010101" pitchFamily="49" charset="-122"/>
                  <a:ea typeface="027-上首锐棱体" panose="02010609000101010101" pitchFamily="49" charset="-122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2538756" y="2400491"/>
                <a:ext cx="5008880" cy="15068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9200" spc="300" dirty="0">
                  <a:gradFill>
                    <a:gsLst>
                      <a:gs pos="30000">
                        <a:srgbClr val="15FFFF"/>
                      </a:gs>
                      <a:gs pos="100000">
                        <a:srgbClr val="0059F5"/>
                      </a:gs>
                    </a:gsLst>
                    <a:lin ang="2700000" scaled="0"/>
                  </a:gradFill>
                  <a:latin typeface="027-上首锐棱体" panose="02010609000101010101" pitchFamily="49" charset="-122"/>
                  <a:ea typeface="027-上首锐棱体" panose="02010609000101010101" pitchFamily="49" charset="-122"/>
                </a:endParaRPr>
              </a:p>
            </p:txBody>
          </p:sp>
        </p:grpSp>
        <p:cxnSp>
          <p:nvCxnSpPr>
            <p:cNvPr id="71" name="直接连接符 70"/>
            <p:cNvCxnSpPr/>
            <p:nvPr/>
          </p:nvCxnSpPr>
          <p:spPr>
            <a:xfrm>
              <a:off x="900561" y="1693868"/>
              <a:ext cx="0" cy="1818968"/>
            </a:xfrm>
            <a:prstGeom prst="line">
              <a:avLst/>
            </a:prstGeom>
            <a:ln w="12700"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840396" y="2840465"/>
            <a:ext cx="7802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300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latin typeface="027-上首锐棱体" panose="02010609000101010101" pitchFamily="49" charset="-122"/>
                <a:ea typeface="027-上首锐棱体" panose="02010609000101010101" pitchFamily="49" charset="-122"/>
              </a:rPr>
              <a:t>敬请各位评委指导</a:t>
            </a:r>
            <a:endParaRPr lang="zh-CN" altLang="en-US" sz="7200" spc="300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latin typeface="027-上首锐棱体" panose="02010609000101010101" pitchFamily="49" charset="-122"/>
              <a:ea typeface="027-上首锐棱体" panose="0201060900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3917" y="2862498"/>
            <a:ext cx="7802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7200" spc="300" dirty="0">
              <a:gradFill>
                <a:gsLst>
                  <a:gs pos="30000">
                    <a:srgbClr val="15FFFF"/>
                  </a:gs>
                  <a:gs pos="100000">
                    <a:srgbClr val="0059F5"/>
                  </a:gs>
                </a:gsLst>
                <a:lin ang="2700000" scaled="0"/>
              </a:gradFill>
              <a:latin typeface="027-上首锐棱体" panose="02010609000101010101" pitchFamily="49" charset="-122"/>
              <a:ea typeface="027-上首锐棱体" panose="0201060900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000"/>
    </mc:Choice>
    <mc:Fallback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5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  <p:bldLst>
      <p:bldP spid="43" grpId="0"/>
    </p:bldLst>
  </p:timing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PA" val="v5.2.11"/>
</p:tagLst>
</file>

<file path=ppt/tags/tag5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6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7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8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9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0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1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2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3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4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5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6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7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8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19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20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21.xml><?xml version="1.0" encoding="utf-8"?>
<p:tagLst xmlns:p="http://schemas.openxmlformats.org/presentationml/2006/main">
  <p:tag name="KSO_WM_DIAGRAM_VIRTUALLY_FRAME" val="{&quot;height&quot;:428.6000316874618,&quot;left&quot;:90.24999999999997,&quot;top&quot;:48.75,&quot;width&quot;:345.75}"/>
</p:tagLst>
</file>

<file path=ppt/tags/tag22.xml><?xml version="1.0" encoding="utf-8"?>
<p:tagLst xmlns:p="http://schemas.openxmlformats.org/presentationml/2006/main">
  <p:tag name="KSO_WM_UNIT_LINE_FORE_SCHEMECOLOR_INDEX_BRIGHTNESS" val="0.3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ID" val="diagram20231058_4*l_i*1_1"/>
  <p:tag name="KSO_WM_TEMPLATE_CATEGORY" val="diagram"/>
  <p:tag name="KSO_WM_TEMPLATE_INDEX" val="20231058"/>
  <p:tag name="KSO_WM_UNIT_LAYERLEVEL" val="1_1"/>
  <p:tag name="KSO_WM_TAG_VERSION" val="3.0"/>
  <p:tag name="KSO_WM_UNIT_TYPE" val="l_i"/>
  <p:tag name="KSO_WM_UNIT_INDEX" val="1_1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5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58_4*l_h_f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4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SHADOW_SCHEMECOLOR_INDEX_BRIGHTNESS" val="-0.25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1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5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1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58_4*l_h_f*1_2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SHADOW_SCHEMECOLOR_INDEX_BRIGHTNESS" val="-0.25"/>
  <p:tag name="KSO_WM_UNIT_SHADOW_SCHEMECOLOR_INDEX" val="6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2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25,&quot;colorType&quot;:1,&quot;foreColorIndex&quot;:6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6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2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6,&quot;pos&quot;:0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-0.25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58_4*l_h_a*1_2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058_4*l_h_f*1_3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SHADOW_SCHEMECOLOR_INDEX_BRIGHTNESS" val="-0.5"/>
  <p:tag name="KSO_WM_UNIT_SHADOW_SCHEMECOLOR_INDEX" val="7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3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-0.5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FILL_FORE_SCHEMECOLOR_INDEX_1_BRIGHTNESS" val="0.4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8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7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3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7,&quot;pos&quot;:0,&quot;transparency&quot;:0},{&quot;brightness&quot;:0,&quot;colorType&quot;:1,&quot;foreColorIndex&quot;:7,&quot;pos&quot;:0.800000011920929,&quot;transparency&quot;:0}],&quot;type&quot;:3},&quot;glow&quot;:{&quot;colorType&quot;:0},&quot;line&quot;:{&quot;type&quot;:0},&quot;shadow&quot;:{&quot;brightness&quot;:-0.25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58_4*l_h_a*1_3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058_4*l_h_f*1_4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58_4*l_h_a*1_4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4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-0.25,&quot;colorType&quot;:1,&quot;foreColorIndex&quot;:8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4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brightness&quot;:-0.25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058_4*l_h_f*1_5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1058_4*l_h_a*1_5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5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-0.25,&quot;colorType&quot;:1,&quot;foreColorIndex&quot;:9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5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9,&quot;pos&quot;:0,&quot;transparency&quot;:0},{&quot;brightness&quot;:0,&quot;colorType&quot;:1,&quot;foreColorIndex&quot;:9,&quot;pos&quot;:0.8999999761581421,&quot;transparency&quot;:0}],&quot;type&quot;:3},&quot;glow&quot;:{&quot;colorType&quot;:0},&quot;line&quot;:{&quot;type&quot;:0},&quot;shadow&quot;:{&quot;brightness&quot;:-0.2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6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6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6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6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6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6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d*1_1_1"/>
  <p:tag name="KSO_WM_TEMPLATE_CATEGORY" val="diagram"/>
  <p:tag name="KSO_WM_TEMPLATE_INDEX" val="20234826"/>
  <p:tag name="KSO_WM_UNIT_LAYERLEVEL" val="1_1_1"/>
  <p:tag name="KSO_WM_TAG_VERSION" val="3.0"/>
  <p:tag name="KSO_WM_UNIT_VALUE" val="427*799"/>
  <p:tag name="KSO_WM_UNIT_TYPE" val="l_h_d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2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5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2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4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1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3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26_1*l_h_f*1_1_1"/>
  <p:tag name="KSO_WM_TEMPLATE_CATEGORY" val="diagram"/>
  <p:tag name="KSO_WM_TEMPLATE_INDEX" val="20234826"/>
  <p:tag name="KSO_WM_UNIT_LAYERLEVEL" val="1_1_1"/>
  <p:tag name="KSO_WM_TAG_VERSION" val="3.0"/>
  <p:tag name="KSO_WM_UNIT_TEXT_FILL_FORE_SCHEMECOLOR_INDEX_BRIGHTNESS" val="0.25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，以便观者准确地理解您传达的思想。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26_1*l_h_a*1_1_1"/>
  <p:tag name="KSO_WM_TEMPLATE_CATEGORY" val="diagram"/>
  <p:tag name="KSO_WM_TEMPLATE_INDEX" val="20234826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7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7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]}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d*1_2_1"/>
  <p:tag name="KSO_WM_TEMPLATE_CATEGORY" val="diagram"/>
  <p:tag name="KSO_WM_TEMPLATE_INDEX" val="20234826"/>
  <p:tag name="KSO_WM_UNIT_LAYERLEVEL" val="1_1_1"/>
  <p:tag name="KSO_WM_TAG_VERSION" val="3.0"/>
  <p:tag name="KSO_WM_UNIT_VALUE" val="427*799"/>
  <p:tag name="KSO_WM_UNIT_TYPE" val="l_h_d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2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]}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5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]}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2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4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1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3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2_7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2_7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]}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d*1_3_1"/>
  <p:tag name="KSO_WM_TEMPLATE_CATEGORY" val="diagram"/>
  <p:tag name="KSO_WM_TEMPLATE_INDEX" val="20234826"/>
  <p:tag name="KSO_WM_UNIT_LAYERLEVEL" val="1_1_1"/>
  <p:tag name="KSO_WM_TAG_VERSION" val="3.0"/>
  <p:tag name="KSO_WM_UNIT_VALUE" val="427*799"/>
  <p:tag name="KSO_WM_UNIT_TYPE" val="l_h_d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2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]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5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2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4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1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3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826_1*l_h_f*1_3_1"/>
  <p:tag name="KSO_WM_TEMPLATE_CATEGORY" val="diagram"/>
  <p:tag name="KSO_WM_TEMPLATE_INDEX" val="20234826"/>
  <p:tag name="KSO_WM_UNIT_LAYERLEVEL" val="1_1_1"/>
  <p:tag name="KSO_WM_TAG_VERSION" val="3.0"/>
  <p:tag name="KSO_WM_UNIT_TEXT_FILL_FORE_SCHEMECOLOR_INDEX_BRIGHTNESS" val="0.25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，以便观者准确地理解您传达的思想。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3_7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3_7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3.5749667334369,&quot;left&quot;:64.40007874015748,&quot;top&quot;:139.27503937007873,&quot;width&quot;:849.87490905281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]}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2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56.70001220703125,&quot;left&quot;:55.05007874015748,&quot;top&quot;:150.29999389648438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1*l_h_i*1_1_4"/>
  <p:tag name="KSO_WM_TEMPLATE_CATEGORY" val="diagram"/>
  <p:tag name="KSO_WM_TEMPLATE_INDEX" val="20234826"/>
  <p:tag name="KSO_WM_UNIT_LAYERLEVEL" val="1_1_1"/>
  <p:tag name="KSO_WM_TAG_VERSION" val="3.0"/>
  <p:tag name="KSO_WM_UNIT_TYPE" val="l_h_i"/>
  <p:tag name="KSO_WM_UNIT_INDEX" val="1_1_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56.70001220703125,&quot;left&quot;:55.05007874015748,&quot;top&quot;:150.29999389648438,&quot;width&quot;:849.874909052811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26_1*l_h_f*1_1_1"/>
  <p:tag name="KSO_WM_TEMPLATE_CATEGORY" val="diagram"/>
  <p:tag name="KSO_WM_TEMPLATE_INDEX" val="20234826"/>
  <p:tag name="KSO_WM_UNIT_LAYERLEVEL" val="1_1_1"/>
  <p:tag name="KSO_WM_TAG_VERSION" val="3.0"/>
  <p:tag name="KSO_WM_UNIT_TEXT_FILL_FORE_SCHEMECOLOR_INDEX_BRIGHTNESS" val="0.25"/>
  <p:tag name="KSO_WM_DIAGRAM_MAX_ITEMCNT" val="4"/>
  <p:tag name="KSO_WM_DIAGRAM_MIN_ITEMCNT" val="3"/>
  <p:tag name="KSO_WM_DIAGRAM_VIRTUALLY_FRAME" val="{&quot;height&quot;:356.70001220703125,&quot;left&quot;:55.05007874015748,&quot;top&quot;:150.29999389648438,&quot;width&quot;:849.87490905281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此处添加文本具体内容，文字是您思想的提炼，简明扼要地阐述您的观点，以便观者准确地理解您传达的思想。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26_1*l_h_a*1_1_1"/>
  <p:tag name="KSO_WM_TEMPLATE_CATEGORY" val="diagram"/>
  <p:tag name="KSO_WM_TEMPLATE_INDEX" val="20234826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56.70001220703125,&quot;left&quot;:55.05007874015748,&quot;top&quot;:150.29999389648438,&quot;width&quot;:849.87490905281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UNIT_PRESET_TEXT" val="添加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26_1*l_h_a*1_1_1"/>
  <p:tag name="KSO_WM_TEMPLATE_CATEGORY" val="diagram"/>
  <p:tag name="KSO_WM_TEMPLATE_INDEX" val="20234826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56.70001220703125,&quot;left&quot;:55.05007874015748,&quot;top&quot;:150.29999389648438,&quot;width&quot;:849.87490905281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UNIT_PRESET_TEXT" val="添加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76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77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78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79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0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1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2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3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4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5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6.xml><?xml version="1.0" encoding="utf-8"?>
<p:tagLst xmlns:p="http://schemas.openxmlformats.org/presentationml/2006/main">
  <p:tag name="KSO_WM_DIAGRAM_VIRTUALLY_FRAME" val="{&quot;height&quot;:438.4997637795276,&quot;left&quot;:43.45,&quot;top&quot;:93.30047244094487,&quot;width&quot;:873.1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i*1_1"/>
  <p:tag name="KSO_WM_TEMPLATE_CATEGORY" val="diagram"/>
  <p:tag name="KSO_WM_TEMPLATE_INDEX" val="20235236"/>
  <p:tag name="KSO_WM_UNIT_LAYERLEVEL" val="1_1"/>
  <p:tag name="KSO_WM_TAG_VERSION" val="3.0"/>
  <p:tag name="KSO_WM_UNIT_TYPE" val="m_i"/>
  <p:tag name="KSO_WM_UNIT_INDEX" val="1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},{&quot;brightness&quot;:0,&quot;colorType&quot;:1,&quot;foreColorIndex&quot;:5,&quot;pos&quot;:0.879999995231628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i*1_2"/>
  <p:tag name="KSO_WM_TEMPLATE_CATEGORY" val="diagram"/>
  <p:tag name="KSO_WM_TEMPLATE_INDEX" val="20235236"/>
  <p:tag name="KSO_WM_UNIT_LAYERLEVEL" val="1_1"/>
  <p:tag name="KSO_WM_TAG_VERSION" val="3.0"/>
  <p:tag name="KSO_WM_UNIT_TYPE" val="m_i"/>
  <p:tag name="KSO_WM_UNIT_INDEX" val="1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i*1_3"/>
  <p:tag name="KSO_WM_TEMPLATE_CATEGORY" val="diagram"/>
  <p:tag name="KSO_WM_TEMPLATE_INDEX" val="20235236"/>
  <p:tag name="KSO_WM_UNIT_LAYERLEVEL" val="1_1"/>
  <p:tag name="KSO_WM_TAG_VERSION" val="3.0"/>
  <p:tag name="KSO_WM_UNIT_TYPE" val="m_i"/>
  <p:tag name="KSO_WM_UNIT_INDEX" val="1_3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1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1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2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2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2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2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3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3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3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3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内容&#10;单击此处输入项正文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4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4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4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4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4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&#10;单击此处输入项正文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5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5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5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5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5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内容&#10;单击此处输入项正文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6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6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6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6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6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6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6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6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&#10;单击此处输入项正文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7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7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7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7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7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7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7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7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38.59999389648436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具体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3_1*l_h_a*1_1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3_1*l_h_f*1_1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，文字是您思想的提炼，单击此处文本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963_1*l_h_i*1_1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3_1*l_h_a*1_4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3_1*l_h_f*1_4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963_1*l_h_i*1_4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3_1*l_h_a*1_2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963_1*l_h_i*1_2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3_1*l_h_a*1_3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963_1*l_h_i*1_3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UNIT_VALUE" val="208*20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1963_1*l_h_x*1_4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UNIT_VALUE" val="209*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1963_1*l_h_x*1_2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UNIT_VALUE" val="200*2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1963_1*l_h_x*1_3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3_1*l_h_f*1_2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内容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3_1*l_h_f*1_3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9.1250030517578,&quot;left&quot;:24.9,&quot;top&quot;:115.82499694824219,&quot;width&quot;:914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，文字是您思想的提炼，单击此处文本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3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34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35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36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37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38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39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0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1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2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3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4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5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6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7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8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49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50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51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2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3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4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5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6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7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8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59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60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61.xml><?xml version="1.0" encoding="utf-8"?>
<p:tagLst xmlns:p="http://schemas.openxmlformats.org/presentationml/2006/main">
  <p:tag name="KSO_WM_DIAGRAM_VIRTUALLY_FRAME" val="{&quot;height&quot;:366.3055905511811,&quot;left&quot;:-24.416062992125983,&quot;top&quot;:126.7184251968504,&quot;width&quot;:906.8031496062991}"/>
</p:tagLst>
</file>

<file path=ppt/tags/tag162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3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4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5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6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7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8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69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0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1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2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3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4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5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6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7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8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79.xml><?xml version="1.0" encoding="utf-8"?>
<p:tagLst xmlns:p="http://schemas.openxmlformats.org/presentationml/2006/main">
  <p:tag name="KSO_WM_DIAGRAM_VIRTUALLY_FRAME" val="{&quot;height&quot;:185,&quot;left&quot;:40,&quot;top&quot;:267.9,&quot;width&quot;:420}"/>
</p:tagLst>
</file>

<file path=ppt/tags/tag180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1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2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3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4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5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6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7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8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89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0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1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2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3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4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5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6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7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8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199.xml><?xml version="1.0" encoding="utf-8"?>
<p:tagLst xmlns:p="http://schemas.openxmlformats.org/presentationml/2006/main">
  <p:tag name="KSO_WM_DIAGRAM_VIRTUALLY_FRAME" val="{&quot;height&quot;:428.45,&quot;left&quot;:40,&quot;top&quot;:83.55,&quot;width&quot;:888.65}"/>
</p:tagLst>
</file>

<file path=ppt/tags/tag200.xml><?xml version="1.0" encoding="utf-8"?>
<p:tagLst xmlns:p="http://schemas.openxmlformats.org/presentationml/2006/main">
  <p:tag name="KSO_WM_DIAGRAM_VIRTUALLY_FRAME" val="{&quot;height&quot;:368.3029921259842,&quot;left&quot;:111.03574803149608,&quot;top&quot;:153.98598425196852,&quot;width&quot;:281.4169291338583}"/>
</p:tagLst>
</file>

<file path=ppt/tags/tag201.xml><?xml version="1.0" encoding="utf-8"?>
<p:tagLst xmlns:p="http://schemas.openxmlformats.org/presentationml/2006/main">
  <p:tag name="KSO_WM_DIAGRAM_VIRTUALLY_FRAME" val="{&quot;height&quot;:368.3029921259842,&quot;left&quot;:111.03574803149608,&quot;top&quot;:153.98598425196852,&quot;width&quot;:281.4169291338583}"/>
</p:tagLst>
</file>

<file path=ppt/tags/tag202.xml><?xml version="1.0" encoding="utf-8"?>
<p:tagLst xmlns:p="http://schemas.openxmlformats.org/presentationml/2006/main">
  <p:tag name="KSO_WM_DIAGRAM_VIRTUALLY_FRAME" val="{&quot;height&quot;:368.3029921259842,&quot;left&quot;:111.03574803149608,&quot;top&quot;:153.98598425196852,&quot;width&quot;:281.4169291338583}"/>
</p:tagLst>
</file>

<file path=ppt/tags/tag203.xml><?xml version="1.0" encoding="utf-8"?>
<p:tagLst xmlns:p="http://schemas.openxmlformats.org/presentationml/2006/main">
  <p:tag name="KSO_WM_DIAGRAM_VIRTUALLY_FRAME" val="{&quot;height&quot;:368.3029921259842,&quot;left&quot;:111.03574803149608,&quot;top&quot;:153.98598425196852,&quot;width&quot;:281.4169291338583}"/>
</p:tagLst>
</file>

<file path=ppt/tags/tag204.xml><?xml version="1.0" encoding="utf-8"?>
<p:tagLst xmlns:p="http://schemas.openxmlformats.org/presentationml/2006/main">
  <p:tag name="KSO_WM_DIAGRAM_VIRTUALLY_FRAME" val="{&quot;height&quot;:368.3029921259842,&quot;left&quot;:111.03574803149608,&quot;top&quot;:153.98598425196852,&quot;width&quot;:281.4169291338583}"/>
</p:tagLst>
</file>

<file path=ppt/tags/tag205.xml><?xml version="1.0" encoding="utf-8"?>
<p:tagLst xmlns:p="http://schemas.openxmlformats.org/presentationml/2006/main">
  <p:tag name="KSO_WM_DIAGRAM_VIRTUALLY_FRAME" val="{&quot;height&quot;:368.3029921259842,&quot;left&quot;:111.03574803149608,&quot;top&quot;:153.98598425196852,&quot;width&quot;:281.4169291338583}"/>
</p:tagLst>
</file>

<file path=ppt/tags/tag206.xml><?xml version="1.0" encoding="utf-8"?>
<p:tagLst xmlns:p="http://schemas.openxmlformats.org/presentationml/2006/main">
  <p:tag name="KSO_WM_DIAGRAM_VIRTUALLY_FRAME" val="{&quot;height&quot;:318.65,&quot;left&quot;:500.85,&quot;top&quot;:101.75,&quot;width&quot;:410}"/>
</p:tagLst>
</file>

<file path=ppt/tags/tag207.xml><?xml version="1.0" encoding="utf-8"?>
<p:tagLst xmlns:p="http://schemas.openxmlformats.org/presentationml/2006/main">
  <p:tag name="KSO_WM_DIAGRAM_VIRTUALLY_FRAME" val="{&quot;height&quot;:318.65,&quot;left&quot;:500.85,&quot;top&quot;:101.75,&quot;width&quot;:410}"/>
</p:tagLst>
</file>

<file path=ppt/tags/tag208.xml><?xml version="1.0" encoding="utf-8"?>
<p:tagLst xmlns:p="http://schemas.openxmlformats.org/presentationml/2006/main">
  <p:tag name="KSO_WM_DIAGRAM_VIRTUALLY_FRAME" val="{&quot;height&quot;:250,&quot;left&quot;:40,&quot;top&quot;:230,&quot;width&quot;:880}"/>
</p:tagLst>
</file>

<file path=ppt/tags/tag209.xml><?xml version="1.0" encoding="utf-8"?>
<p:tagLst xmlns:p="http://schemas.openxmlformats.org/presentationml/2006/main">
  <p:tag name="KSO_WM_DIAGRAM_VIRTUALLY_FRAME" val="{&quot;height&quot;:250,&quot;left&quot;:40,&quot;top&quot;:230,&quot;width&quot;:880}"/>
</p:tagLst>
</file>

<file path=ppt/tags/tag210.xml><?xml version="1.0" encoding="utf-8"?>
<p:tagLst xmlns:p="http://schemas.openxmlformats.org/presentationml/2006/main">
  <p:tag name="KSO_WM_UNIT_LINE_FORE_SCHEMECOLOR_INDEX_BRIGHTNESS" val="0.3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ID" val="diagram20231058_4*l_i*1_1"/>
  <p:tag name="KSO_WM_TEMPLATE_CATEGORY" val="diagram"/>
  <p:tag name="KSO_WM_TEMPLATE_INDEX" val="20231058"/>
  <p:tag name="KSO_WM_UNIT_LAYERLEVEL" val="1_1"/>
  <p:tag name="KSO_WM_TAG_VERSION" val="3.0"/>
  <p:tag name="KSO_WM_UNIT_TYPE" val="l_i"/>
  <p:tag name="KSO_WM_UNIT_INDEX" val="1_1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5"/>
  <p:tag name="KSO_WM_DIAGRAM_USE_COLOR_VALUE" val="{&quot;color_scheme&quot;:1,&quot;color_type&quot;:1,&quot;theme_color_indexes&quot;:[5,6,5,6,5,6]}"/>
</p:tagLst>
</file>

<file path=ppt/tags/tag2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58_4*l_h_f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58_4*l_h_a*1_1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3.xml><?xml version="1.0" encoding="utf-8"?>
<p:tagLst xmlns:p="http://schemas.openxmlformats.org/presentationml/2006/main">
  <p:tag name="KSO_WM_UNIT_SHADOW_SCHEMECOLOR_INDEX_BRIGHTNESS" val="-0.25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1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2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5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1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1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2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58_4*l_h_f*1_2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6.xml><?xml version="1.0" encoding="utf-8"?>
<p:tagLst xmlns:p="http://schemas.openxmlformats.org/presentationml/2006/main">
  <p:tag name="KSO_WM_UNIT_SHADOW_SCHEMECOLOR_INDEX_BRIGHTNESS" val="-0.25"/>
  <p:tag name="KSO_WM_UNIT_SHADOW_SCHEMECOLOR_INDEX" val="6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2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25,&quot;colorType&quot;:1,&quot;foreColorIndex&quot;:6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6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2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2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6,&quot;pos&quot;:0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-0.25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58_4*l_h_a*1_2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058_4*l_h_f*1_3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0.xml><?xml version="1.0" encoding="utf-8"?>
<p:tagLst xmlns:p="http://schemas.openxmlformats.org/presentationml/2006/main">
  <p:tag name="KSO_WM_UNIT_SHADOW_SCHEMECOLOR_INDEX_BRIGHTNESS" val="-0.5"/>
  <p:tag name="KSO_WM_UNIT_SHADOW_SCHEMECOLOR_INDEX" val="7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3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-0.5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1.xml><?xml version="1.0" encoding="utf-8"?>
<p:tagLst xmlns:p="http://schemas.openxmlformats.org/presentationml/2006/main">
  <p:tag name="KSO_WM_UNIT_FILL_FORE_SCHEMECOLOR_INDEX_1_BRIGHTNESS" val="0.4"/>
  <p:tag name="KSO_WM_UNIT_FILL_FORE_SCHEMECOLOR_INDEX_1" val="7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8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7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3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3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7,&quot;pos&quot;:0,&quot;transparency&quot;:0},{&quot;brightness&quot;:0,&quot;colorType&quot;:1,&quot;foreColorIndex&quot;:7,&quot;pos&quot;:0.800000011920929,&quot;transparency&quot;:0}],&quot;type&quot;:3},&quot;glow&quot;:{&quot;colorType&quot;:0},&quot;line&quot;:{&quot;type&quot;:0},&quot;shadow&quot;:{&quot;brightness&quot;:-0.25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58_4*l_h_a*1_3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058_4*l_h_f*1_4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58_4*l_h_a*1_4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5.xml><?xml version="1.0" encoding="utf-8"?>
<p:tagLst xmlns:p="http://schemas.openxmlformats.org/presentationml/2006/main"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4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-0.25,&quot;colorType&quot;:1,&quot;foreColorIndex&quot;:8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6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4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4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brightness&quot;:-0.25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2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058_4*l_h_f*1_5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1058_4*l_h_a*1_5_1"/>
  <p:tag name="KSO_WM_TEMPLATE_CATEGORY" val="diagram"/>
  <p:tag name="KSO_WM_TEMPLATE_INDEX" val="20231058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EXT_FILL_FORE_SCHEMECOLOR_INDEX_BRIGHTNESS" val="0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9.xml><?xml version="1.0" encoding="utf-8"?>
<p:tagLst xmlns:p="http://schemas.openxmlformats.org/presentationml/2006/main">
  <p:tag name="KSO_WM_UNIT_SHADOW_SCHEMECOLOR_INDEX_BRIGHTNESS" val="-0.25"/>
  <p:tag name="KSO_WM_UNIT_SHADOW_SCHEMECOLOR_INDEX" val="8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058_4*l_h_i*1_5_2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2"/>
  <p:tag name="KSO_WM_DIAGRAM_VERSION" val="3"/>
  <p:tag name="KSO_WM_DIAGRAM_COLOR_TRICK" val="4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-0.25,&quot;colorType&quot;:1,&quot;foreColorIndex&quot;:9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30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9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SHADOW_SCHEMECOLOR_INDEX_BRIGHTNESS" val="-0.25"/>
  <p:tag name="KSO_WM_UNIT_SHADOW_SCHEMECOLOR_INDEX" val="8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1058_4*l_h_i*1_5_1"/>
  <p:tag name="KSO_WM_TEMPLATE_CATEGORY" val="diagram"/>
  <p:tag name="KSO_WM_TEMPLATE_INDEX" val="20231058"/>
  <p:tag name="KSO_WM_UNIT_LAYERLEVEL" val="1_1_1"/>
  <p:tag name="KSO_WM_TAG_VERSION" val="3.0"/>
  <p:tag name="KSO_WM_UNIT_TYPE" val="l_h_i"/>
  <p:tag name="KSO_WM_UNIT_INDEX" val="1_5_1"/>
  <p:tag name="KSO_WM_DIAGRAM_VERSION" val="3"/>
  <p:tag name="KSO_WM_DIAGRAM_COLOR_TRICK" val="4"/>
  <p:tag name="KSO_WM_DIAGRAM_COLOR_TEXT_CAN_REMOVE" val="n"/>
  <p:tag name="KSO_WM_DIAGRAM_GROUP_CODE" val="l1-1"/>
  <p:tag name="KSO_WM_UNIT_SUBTYPE" val="d"/>
  <p:tag name="KSO_WM_DIAGRAM_MAX_ITEMCNT" val="6"/>
  <p:tag name="KSO_WM_DIAGRAM_MIN_ITEMCNT" val="2"/>
  <p:tag name="KSO_WM_DIAGRAM_VIRTUALLY_FRAME" val="{&quot;height&quot;:383.6499938964844,&quot;left&quot;:37.69998779296875,&quot;top&quot;:107.65000610351562,&quot;width&quot;:880.7500244140625}"/>
  <p:tag name="KSO_WM_DIAGRAM_COLOR_MATCH_VALUE" val="{&quot;shape&quot;:{&quot;fill&quot;:{&quot;gradient&quot;:[{&quot;brightness&quot;:0.6000000238418579,&quot;colorType&quot;:1,&quot;foreColorIndex&quot;:9,&quot;pos&quot;:0,&quot;transparency&quot;:0},{&quot;brightness&quot;:0,&quot;colorType&quot;:1,&quot;foreColorIndex&quot;:9,&quot;pos&quot;:0.8999999761581421,&quot;transparency&quot;:0}],&quot;type&quot;:3},&quot;glow&quot;:{&quot;colorType&quot;:0},&quot;line&quot;:{&quot;type&quot;:0},&quot;shadow&quot;:{&quot;brightness&quot;:-0.2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5,6,5,6,5,6]}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i*1_1"/>
  <p:tag name="KSO_WM_TEMPLATE_CATEGORY" val="diagram"/>
  <p:tag name="KSO_WM_TEMPLATE_INDEX" val="20235236"/>
  <p:tag name="KSO_WM_UNIT_LAYERLEVEL" val="1_1"/>
  <p:tag name="KSO_WM_TAG_VERSION" val="3.0"/>
  <p:tag name="KSO_WM_UNIT_TYPE" val="m_i"/>
  <p:tag name="KSO_WM_UNIT_INDEX" val="1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},{&quot;brightness&quot;:0,&quot;colorType&quot;:1,&quot;foreColorIndex&quot;:5,&quot;pos&quot;:0.879999995231628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i*1_2"/>
  <p:tag name="KSO_WM_TEMPLATE_CATEGORY" val="diagram"/>
  <p:tag name="KSO_WM_TEMPLATE_INDEX" val="20235236"/>
  <p:tag name="KSO_WM_UNIT_LAYERLEVEL" val="1_1"/>
  <p:tag name="KSO_WM_TAG_VERSION" val="3.0"/>
  <p:tag name="KSO_WM_UNIT_TYPE" val="m_i"/>
  <p:tag name="KSO_WM_UNIT_INDEX" val="1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i*1_3"/>
  <p:tag name="KSO_WM_TEMPLATE_CATEGORY" val="diagram"/>
  <p:tag name="KSO_WM_TEMPLATE_INDEX" val="20235236"/>
  <p:tag name="KSO_WM_UNIT_LAYERLEVEL" val="1_1"/>
  <p:tag name="KSO_WM_TAG_VERSION" val="3.0"/>
  <p:tag name="KSO_WM_UNIT_TYPE" val="m_i"/>
  <p:tag name="KSO_WM_UNIT_INDEX" val="1_3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1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1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36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2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2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3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3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4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4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4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4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5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5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5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5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6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6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6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6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7_1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7_1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66000002622604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i*1_7_2"/>
  <p:tag name="KSO_WM_TEMPLATE_CATEGORY" val="diagram"/>
  <p:tag name="KSO_WM_TEMPLATE_INDEX" val="20235236"/>
  <p:tag name="KSO_WM_UNIT_LAYERLEVEL" val="1_1_1"/>
  <p:tag name="KSO_WM_TAG_VERSION" val="3.0"/>
  <p:tag name="KSO_WM_UNIT_TYPE" val="m_h_i"/>
  <p:tag name="KSO_WM_UNIT_INDEX" val="1_7_2"/>
  <p:tag name="KSO_WM_DIAGRAM_GROUP_CODE" val="m1-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}"/>
</p:tagLst>
</file>

<file path=ppt/tags/tag251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54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57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0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3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6.xml><?xml version="1.0" encoding="utf-8"?>
<p:tagLst xmlns:p="http://schemas.openxmlformats.org/presentationml/2006/main">
  <p:tag name="KSO_WM_DIAGRAM_VIRTUALLY_FRAME" val="{&quot;height&quot;:365.2250454735944,&quot;left&quot;:48.37503937007874,&quot;top&quot;:146.04999389648438,&quot;width&quot;:863.2584251968505}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a*1_1_1"/>
  <p:tag name="KSO_WM_TEMPLATE_CATEGORY" val="diagram"/>
  <p:tag name="KSO_WM_TEMPLATE_INDEX" val="2023523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a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27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内容单击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6_4*m_h_f*1_1_1"/>
  <p:tag name="KSO_WM_TEMPLATE_CATEGORY" val="diagram"/>
  <p:tag name="KSO_WM_TEMPLATE_INDEX" val="20235236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UNIT_VALUE" val="36"/>
  <p:tag name="KSO_WM_DIAGRAM_MAX_ITEMCNT" val="8"/>
  <p:tag name="KSO_WM_DIAGRAM_MIN_ITEMCNT" val="4"/>
  <p:tag name="KSO_WM_DIAGRAM_VIRTUALLY_FRAME" val="{&quot;height&quot;:365.2250454735944,&quot;left&quot;:48.37503937007874,&quot;top&quot;:146.04999389648438,&quot;width&quot;:863.25842519685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正文内容&#10;单击此处输入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9.xml><?xml version="1.0" encoding="utf-8"?>
<p:tagLst xmlns:p="http://schemas.openxmlformats.org/presentationml/2006/main">
  <p:tag name="PA" val="v5.2.11"/>
</p:tagLst>
</file>

<file path=ppt/tags/tag270.xml><?xml version="1.0" encoding="utf-8"?>
<p:tagLst xmlns:p="http://schemas.openxmlformats.org/presentationml/2006/main">
  <p:tag name="PA" val="v5.2.11"/>
</p:tagLst>
</file>

<file path=ppt/tags/tag271.xml><?xml version="1.0" encoding="utf-8"?>
<p:tagLst xmlns:p="http://schemas.openxmlformats.org/presentationml/2006/main">
  <p:tag name="PA" val="v5.2.11"/>
</p:tagLst>
</file>

<file path=ppt/tags/tag272.xml><?xml version="1.0" encoding="utf-8"?>
<p:tagLst xmlns:p="http://schemas.openxmlformats.org/presentationml/2006/main">
  <p:tag name="PA" val="v5.2.11"/>
</p:tagLst>
</file>

<file path=ppt/tags/tag273.xml><?xml version="1.0" encoding="utf-8"?>
<p:tagLst xmlns:p="http://schemas.openxmlformats.org/presentationml/2006/main">
  <p:tag name="resource_record_key" val="{&quot;70&quot;:[3429787,3321412,3312455,3312127,3326188,3322023,3402716]}"/>
</p:tagLst>
</file>

<file path=ppt/theme/theme1.xml><?xml version="1.0" encoding="utf-8"?>
<a:theme xmlns:a="http://schemas.openxmlformats.org/drawingml/2006/main" name="Office 主题">
  <a:themeElements>
    <a:clrScheme name="自定义 1">
      <a:dk1>
        <a:srgbClr val="000000"/>
      </a:dk1>
      <a:lt1>
        <a:srgbClr val="FFFFFF"/>
      </a:lt1>
      <a:dk2>
        <a:srgbClr val="262626"/>
      </a:dk2>
      <a:lt2>
        <a:srgbClr val="262626"/>
      </a:lt2>
      <a:accent1>
        <a:srgbClr val="0B5095"/>
      </a:accent1>
      <a:accent2>
        <a:srgbClr val="0B5095"/>
      </a:accent2>
      <a:accent3>
        <a:srgbClr val="155EC7"/>
      </a:accent3>
      <a:accent4>
        <a:srgbClr val="155EC7"/>
      </a:accent4>
      <a:accent5>
        <a:srgbClr val="D70000"/>
      </a:accent5>
      <a:accent6>
        <a:srgbClr val="FCF4D1"/>
      </a:accent6>
      <a:hlink>
        <a:srgbClr val="C00000"/>
      </a:hlink>
      <a:folHlink>
        <a:srgbClr val="C00000"/>
      </a:folHlink>
    </a:clrScheme>
    <a:fontScheme name="自定义 1">
      <a:majorFont>
        <a:latin typeface="思源黑体 CN Medium"/>
        <a:ea typeface="思源宋体 CN Heavy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7315</Words>
  <Application>WPS 演示</Application>
  <PresentationFormat>宽屏</PresentationFormat>
  <Paragraphs>548</Paragraphs>
  <Slides>22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52" baseType="lpstr">
      <vt:lpstr>Arial</vt:lpstr>
      <vt:lpstr>宋体</vt:lpstr>
      <vt:lpstr>Wingdings</vt:lpstr>
      <vt:lpstr>思源宋体 CN Heavy</vt:lpstr>
      <vt:lpstr>思源黑体 CN Medium</vt:lpstr>
      <vt:lpstr>黑体</vt:lpstr>
      <vt:lpstr>思源黑体</vt:lpstr>
      <vt:lpstr>Roboto Light</vt:lpstr>
      <vt:lpstr>Segoe Print</vt:lpstr>
      <vt:lpstr>思源黑体 CN Bold</vt:lpstr>
      <vt:lpstr>027-上首锐棱体</vt:lpstr>
      <vt:lpstr>微软雅黑</vt:lpstr>
      <vt:lpstr>Noto Sans SC</vt:lpstr>
      <vt:lpstr>MiSans Normal</vt:lpstr>
      <vt:lpstr>微软雅黑 Light</vt:lpstr>
      <vt:lpstr>Calibri</vt:lpstr>
      <vt:lpstr>汉仪君黑-45简</vt:lpstr>
      <vt:lpstr>汉仪大黑简</vt:lpstr>
      <vt:lpstr>KSOFDDF4E7ED</vt:lpstr>
      <vt:lpstr>KSOFD723FC5D</vt:lpstr>
      <vt:lpstr>KSOFE22CBF3B</vt:lpstr>
      <vt:lpstr>Arial Unicode MS</vt:lpstr>
      <vt:lpstr>Wingdings</vt:lpstr>
      <vt:lpstr>Open Sans</vt:lpstr>
      <vt:lpstr>OPPOSans B</vt:lpstr>
      <vt:lpstr>阿里巴巴普惠体 H</vt:lpstr>
      <vt:lpstr>KSOFDDF55C4C</vt:lpstr>
      <vt:lpstr>KSOF2A9ED157</vt:lpstr>
      <vt:lpstr>KSOF4CF9F437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砰砰</cp:lastModifiedBy>
  <cp:revision>88</cp:revision>
  <dcterms:created xsi:type="dcterms:W3CDTF">2023-02-24T07:36:00Z</dcterms:created>
  <dcterms:modified xsi:type="dcterms:W3CDTF">2026-09-04T16:52:01Z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C999B5EA41ED4918827494A3797753A4_13</vt:lpwstr>
  </property>
</Properties>
</file>